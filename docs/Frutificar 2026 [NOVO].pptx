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2"/>
  </p:notesMasterIdLst>
  <p:sldIdLst>
    <p:sldId id="256" r:id="rId5"/>
    <p:sldId id="258" r:id="rId6"/>
    <p:sldId id="259" r:id="rId7"/>
    <p:sldId id="260" r:id="rId8"/>
    <p:sldId id="261" r:id="rId9"/>
    <p:sldId id="262" r:id="rId10"/>
    <p:sldId id="263" r:id="rId11"/>
    <p:sldId id="279" r:id="rId12"/>
    <p:sldId id="281" r:id="rId13"/>
    <p:sldId id="280" r:id="rId14"/>
    <p:sldId id="275" r:id="rId15"/>
    <p:sldId id="276" r:id="rId16"/>
    <p:sldId id="277" r:id="rId17"/>
    <p:sldId id="266" r:id="rId18"/>
    <p:sldId id="264" r:id="rId19"/>
    <p:sldId id="282" r:id="rId20"/>
    <p:sldId id="257" r:id="rId2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F6F0"/>
    <a:srgbClr val="004D2D"/>
    <a:srgbClr val="006B3F"/>
    <a:srgbClr val="90B44B"/>
    <a:srgbClr val="7BA23F"/>
    <a:srgbClr val="A7D4BE"/>
    <a:srgbClr val="87B69F"/>
    <a:srgbClr val="0EB06D"/>
    <a:srgbClr val="5E7A33"/>
    <a:srgbClr val="B1D47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FD2ED0-E262-ED27-FFB2-AFC1AC453D0C}" v="11" dt="2026-06-10T21:25:27.3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3" d="100"/>
          <a:sy n="63" d="100"/>
        </p:scale>
        <p:origin x="65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6_5">
  <dgm:title val=""/>
  <dgm:desc val=""/>
  <dgm:catLst>
    <dgm:cat type="accent6" pri="11500"/>
  </dgm:catLst>
  <dgm:styleLbl name="node0">
    <dgm:fillClrLst meth="cycle"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6">
        <a:alpha val="90000"/>
      </a:schemeClr>
      <a:schemeClr val="accent6">
        <a:alpha val="5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/>
    <dgm:txEffectClrLst/>
  </dgm:styleLbl>
  <dgm:styleLbl name="node1">
    <dgm:fillClrLst>
      <a:schemeClr val="accent6">
        <a:alpha val="9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6">
        <a:shade val="90000"/>
      </a:schemeClr>
      <a:schemeClr val="accent6">
        <a:tint val="5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6">
        <a:shade val="80000"/>
        <a:alpha val="50000"/>
      </a:schemeClr>
      <a:schemeClr val="accent6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6">
        <a:tint val="50000"/>
        <a:alpha val="90000"/>
      </a:schemeClr>
      <a:schemeClr val="accent6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6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f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bgSibTrans2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/>
    <dgm:txEffectClrLst/>
  </dgm:styleLbl>
  <dgm:styleLbl name="sibTrans1D1">
    <dgm:fillClrLst>
      <a:schemeClr val="accent6">
        <a:shade val="90000"/>
      </a:schemeClr>
      <a:schemeClr val="accent6">
        <a:tint val="50000"/>
      </a:schemeClr>
    </dgm:fillClrLst>
    <dgm:linClrLst>
      <a:schemeClr val="accent6">
        <a:shade val="90000"/>
      </a:schemeClr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6"/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6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6">
        <a:shade val="8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6">
        <a:alpha val="90000"/>
      </a:schemeClr>
      <a:schemeClr val="accent6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6">
        <a:alpha val="90000"/>
        <a:tint val="40000"/>
      </a:schemeClr>
      <a:schemeClr val="accent6">
        <a:alpha val="5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6">
        <a:alpha val="90000"/>
        <a:tint val="40000"/>
      </a:schemeClr>
    </dgm:fillClrLst>
    <dgm:linClrLst meth="repeat">
      <a:schemeClr val="accent6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6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6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6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6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6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6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6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6">
        <a:tint val="50000"/>
        <a:alpha val="40000"/>
      </a:schemeClr>
    </dgm:fillClrLst>
    <dgm:linClrLst meth="repeat">
      <a:schemeClr val="accent6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6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B67B2E9-813E-4470-95D4-C944AEC84CAC}" type="doc">
      <dgm:prSet loTypeId="urn:microsoft.com/office/officeart/2008/layout/NameandTitleOrganizationalChart" loCatId="hierarchy" qsTypeId="urn:microsoft.com/office/officeart/2005/8/quickstyle/simple1" qsCatId="simple" csTypeId="urn:microsoft.com/office/officeart/2005/8/colors/accent6_5" csCatId="accent6" phldr="1"/>
      <dgm:spPr/>
      <dgm:t>
        <a:bodyPr/>
        <a:lstStyle/>
        <a:p>
          <a:endParaRPr lang="pt-BR"/>
        </a:p>
      </dgm:t>
    </dgm:pt>
    <dgm:pt modelId="{AB09A7C7-E922-449A-AECE-9E4F81EF1D1E}">
      <dgm:prSet phldrT="[Texto]"/>
      <dgm:spPr/>
      <dgm:t>
        <a:bodyPr/>
        <a:lstStyle/>
        <a:p>
          <a:r>
            <a:rPr lang="pt-BR" dirty="0"/>
            <a:t>Coord. Geral</a:t>
          </a:r>
        </a:p>
      </dgm:t>
    </dgm:pt>
    <dgm:pt modelId="{B79AF8FE-F43A-4B2A-964B-FC176A3EE456}" type="parTrans" cxnId="{296F6604-9B37-494C-814B-64BD76D5578F}">
      <dgm:prSet/>
      <dgm:spPr/>
      <dgm:t>
        <a:bodyPr/>
        <a:lstStyle/>
        <a:p>
          <a:endParaRPr lang="pt-BR"/>
        </a:p>
      </dgm:t>
    </dgm:pt>
    <dgm:pt modelId="{61C3067A-FBD0-49FF-BA33-7F28D7B21C82}" type="sibTrans" cxnId="{296F6604-9B37-494C-814B-64BD76D5578F}">
      <dgm:prSet custT="1"/>
      <dgm:spPr/>
      <dgm:t>
        <a:bodyPr/>
        <a:lstStyle/>
        <a:p>
          <a:r>
            <a:rPr lang="pt-BR" sz="900" dirty="0"/>
            <a:t>Lucimar Souza</a:t>
          </a:r>
        </a:p>
      </dgm:t>
    </dgm:pt>
    <dgm:pt modelId="{3238FA3A-F9C2-4540-8313-F4F8D1D1DD20}" type="asst">
      <dgm:prSet phldrT="[Texto]"/>
      <dgm:spPr/>
      <dgm:t>
        <a:bodyPr/>
        <a:lstStyle/>
        <a:p>
          <a:r>
            <a:rPr lang="pt-BR" dirty="0"/>
            <a:t>Coord. Técnica</a:t>
          </a:r>
        </a:p>
      </dgm:t>
    </dgm:pt>
    <dgm:pt modelId="{FE98F618-454F-4FB6-BDBE-B6D50E6B6F78}" type="parTrans" cxnId="{913A3DBD-B117-4ABB-A65E-7798D226557A}">
      <dgm:prSet/>
      <dgm:spPr/>
      <dgm:t>
        <a:bodyPr/>
        <a:lstStyle/>
        <a:p>
          <a:endParaRPr lang="pt-BR"/>
        </a:p>
      </dgm:t>
    </dgm:pt>
    <dgm:pt modelId="{5A6D9185-EA3B-4FE3-BCAF-CE891BB3A6BF}" type="sibTrans" cxnId="{913A3DBD-B117-4ABB-A65E-7798D226557A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Edivan Carvalho – Belém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i="0" u="none" dirty="0"/>
            <a:t>Analista de </a:t>
          </a:r>
          <a:r>
            <a:rPr lang="pt-BR" sz="800" b="0" i="0" u="none" dirty="0" err="1"/>
            <a:t>geo</a:t>
          </a:r>
          <a:r>
            <a:rPr lang="pt-BR" sz="800" b="0" i="0" u="none" dirty="0"/>
            <a:t> – demandas (TBD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Pesquisador – coord. </a:t>
          </a:r>
          <a:r>
            <a:rPr lang="pt-BR" sz="800"/>
            <a:t>técnico </a:t>
          </a:r>
          <a:r>
            <a:rPr lang="pt-BR" sz="800" dirty="0"/>
            <a:t>(TBD)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Pesquisadora/Monitoramento</a:t>
          </a:r>
        </a:p>
      </dgm:t>
    </dgm:pt>
    <dgm:pt modelId="{2C0C2000-866A-4029-99FE-61A8A0B3FC1C}">
      <dgm:prSet phldrT="[Texto]"/>
      <dgm:spPr/>
      <dgm:t>
        <a:bodyPr/>
        <a:lstStyle/>
        <a:p>
          <a:r>
            <a:rPr lang="pt-BR" dirty="0"/>
            <a:t>Escritório Brasília</a:t>
          </a:r>
        </a:p>
      </dgm:t>
    </dgm:pt>
    <dgm:pt modelId="{0BA62D80-35B3-43EB-B9F9-72EAD8E6BE32}" type="parTrans" cxnId="{F10E6522-2E19-4869-8501-090C3CA35CB6}">
      <dgm:prSet/>
      <dgm:spPr/>
      <dgm:t>
        <a:bodyPr/>
        <a:lstStyle/>
        <a:p>
          <a:endParaRPr lang="pt-BR"/>
        </a:p>
      </dgm:t>
    </dgm:pt>
    <dgm:pt modelId="{8521EDBE-5294-4087-BA8C-A3CA96F284E3}" type="sibTrans" cxnId="{F10E6522-2E19-4869-8501-090C3CA35CB6}">
      <dgm:prSet custT="1"/>
      <dgm:spPr/>
      <dgm:t>
        <a:bodyPr anchor="t"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dirty="0" err="1"/>
            <a:t>Valderli</a:t>
          </a:r>
          <a:r>
            <a:rPr lang="pt-BR" sz="800" b="0" dirty="0"/>
            <a:t> </a:t>
          </a:r>
          <a:r>
            <a:rPr lang="pt-BR" sz="800" b="0" dirty="0" err="1"/>
            <a:t>Piontekowski</a:t>
          </a:r>
          <a:endParaRPr lang="pt-BR" sz="800" b="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i="0" u="none" dirty="0"/>
            <a:t>Analista de desenvolvimento </a:t>
          </a:r>
          <a:r>
            <a:rPr lang="pt-BR" sz="800" b="0" i="0" u="none" dirty="0" err="1"/>
            <a:t>Backend</a:t>
          </a:r>
          <a:r>
            <a:rPr lang="pt-BR" sz="800" b="0" i="0" u="none" dirty="0"/>
            <a:t> (TBD)</a:t>
          </a:r>
          <a:endParaRPr lang="pt-BR" sz="80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i="0" u="none" dirty="0"/>
            <a:t>Analista de desenvolvimento </a:t>
          </a:r>
          <a:r>
            <a:rPr lang="pt-BR" sz="800" b="0" i="0" u="none" dirty="0" err="1"/>
            <a:t>frontend</a:t>
          </a:r>
          <a:r>
            <a:rPr lang="pt-BR" sz="800" b="0" i="0" u="none" dirty="0"/>
            <a:t> (TBD)</a:t>
          </a:r>
          <a:endParaRPr lang="pt-BR" sz="80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i="0" u="none" dirty="0"/>
            <a:t>Analista de </a:t>
          </a:r>
          <a:r>
            <a:rPr lang="pt-BR" sz="800" b="0" i="0" u="none" dirty="0" err="1"/>
            <a:t>geo</a:t>
          </a:r>
          <a:r>
            <a:rPr lang="pt-BR" sz="800" b="0" i="0" u="none" dirty="0"/>
            <a:t> – plataforma (TBD)</a:t>
          </a:r>
          <a:endParaRPr lang="pt-BR" sz="80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b="0" i="0" u="none" dirty="0"/>
            <a:t>Desenvolvedor de banco de dados (TBD)</a:t>
          </a:r>
          <a:endParaRPr lang="pt-BR" sz="800" dirty="0"/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Analista de Comunicação (TBD)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Diretor Executivo (Contrapartida)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Diretor Sênior PPDT (Contrapartida)</a:t>
          </a:r>
        </a:p>
      </dgm:t>
    </dgm:pt>
    <dgm:pt modelId="{AB929700-08D2-4151-B6C1-5914646A1CC5}">
      <dgm:prSet phldrT="[Texto]"/>
      <dgm:spPr/>
      <dgm:t>
        <a:bodyPr/>
        <a:lstStyle/>
        <a:p>
          <a:r>
            <a:rPr lang="pt-BR" dirty="0"/>
            <a:t>Escritório Altamira</a:t>
          </a:r>
        </a:p>
      </dgm:t>
    </dgm:pt>
    <dgm:pt modelId="{834DADD2-7177-48FC-9894-EEF0A10E3E36}" type="parTrans" cxnId="{118221B2-3E5F-4336-B1DB-26EC4CAA9115}">
      <dgm:prSet/>
      <dgm:spPr/>
      <dgm:t>
        <a:bodyPr/>
        <a:lstStyle/>
        <a:p>
          <a:endParaRPr lang="pt-BR"/>
        </a:p>
      </dgm:t>
    </dgm:pt>
    <dgm:pt modelId="{3B1DF3A9-DB54-4DEB-A37C-F472E773719F}" type="sibTrans" cxnId="{118221B2-3E5F-4336-B1DB-26EC4CAA9115}">
      <dgm:prSet custT="1"/>
      <dgm:spPr/>
      <dgm:t>
        <a:bodyPr/>
        <a:lstStyle/>
        <a:p>
          <a:pPr>
            <a:spcAft>
              <a:spcPts val="0"/>
            </a:spcAft>
          </a:pPr>
          <a:r>
            <a:rPr lang="pt-BR" sz="900" dirty="0"/>
            <a:t>Elisangela </a:t>
          </a:r>
          <a:r>
            <a:rPr lang="pt-BR" sz="900" dirty="0" err="1"/>
            <a:t>Trzeciak</a:t>
          </a:r>
          <a:endParaRPr lang="pt-BR" sz="900" dirty="0"/>
        </a:p>
        <a:p>
          <a:pPr>
            <a:spcAft>
              <a:spcPts val="0"/>
            </a:spcAft>
          </a:pPr>
          <a:r>
            <a:rPr lang="pt-BR" sz="900" dirty="0" err="1"/>
            <a:t>Thaynara</a:t>
          </a:r>
          <a:r>
            <a:rPr lang="pt-BR" sz="900" dirty="0"/>
            <a:t> Cavalcante</a:t>
          </a:r>
        </a:p>
      </dgm:t>
    </dgm:pt>
    <dgm:pt modelId="{6795997F-7880-4ADD-8D2F-BEDEFC5F6AB4}">
      <dgm:prSet phldrT="[Texto]"/>
      <dgm:spPr/>
      <dgm:t>
        <a:bodyPr/>
        <a:lstStyle/>
        <a:p>
          <a:r>
            <a:rPr lang="pt-BR" dirty="0"/>
            <a:t>Escritório Santarém</a:t>
          </a:r>
        </a:p>
      </dgm:t>
    </dgm:pt>
    <dgm:pt modelId="{75846F25-9D13-4AC5-BD33-B706B42EABBC}" type="parTrans" cxnId="{39EFAD08-68E8-48F7-A221-63ABDB98EB0E}">
      <dgm:prSet/>
      <dgm:spPr/>
      <dgm:t>
        <a:bodyPr/>
        <a:lstStyle/>
        <a:p>
          <a:endParaRPr lang="pt-BR"/>
        </a:p>
      </dgm:t>
    </dgm:pt>
    <dgm:pt modelId="{E25A6B33-689C-4F03-AAD1-0696676D76AC}" type="sibTrans" cxnId="{39EFAD08-68E8-48F7-A221-63ABDB98EB0E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 err="1"/>
            <a:t>Alcilene</a:t>
          </a:r>
          <a:r>
            <a:rPr lang="pt-BR" sz="800" dirty="0"/>
            <a:t> Magalhaes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Pesquisador (TBD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800" dirty="0"/>
            <a:t>Apoio Logístico (TBD)</a:t>
          </a:r>
        </a:p>
      </dgm:t>
    </dgm:pt>
    <dgm:pt modelId="{B31E64AD-88B0-4EBF-A221-D1A85FE34428}">
      <dgm:prSet phldrT="[Texto]"/>
      <dgm:spPr/>
      <dgm:t>
        <a:bodyPr/>
        <a:lstStyle/>
        <a:p>
          <a:r>
            <a:rPr lang="pt-BR" dirty="0"/>
            <a:t>Escritório Amapá</a:t>
          </a:r>
        </a:p>
      </dgm:t>
    </dgm:pt>
    <dgm:pt modelId="{CAA3B034-C476-417B-8085-7B278FE68ABD}" type="parTrans" cxnId="{2E435937-7F40-4AF6-A95C-7611E740A0CF}">
      <dgm:prSet/>
      <dgm:spPr/>
      <dgm:t>
        <a:bodyPr/>
        <a:lstStyle/>
        <a:p>
          <a:endParaRPr lang="pt-BR"/>
        </a:p>
      </dgm:t>
    </dgm:pt>
    <dgm:pt modelId="{C153AF2C-61EE-4A4A-A3B9-70E3F631A6DF}" type="sibTrans" cxnId="{2E435937-7F40-4AF6-A95C-7611E740A0CF}">
      <dgm:prSet custT="1"/>
      <dgm:spPr/>
      <dgm:t>
        <a:bodyPr/>
        <a:lstStyle/>
        <a:p>
          <a:pPr>
            <a:lnSpc>
              <a:spcPct val="100000"/>
            </a:lnSpc>
            <a:spcAft>
              <a:spcPts val="0"/>
            </a:spcAft>
          </a:pPr>
          <a:r>
            <a:rPr lang="pt-BR" sz="900" dirty="0"/>
            <a:t>Pesquisador (TBD)</a:t>
          </a:r>
        </a:p>
        <a:p>
          <a:pPr>
            <a:lnSpc>
              <a:spcPct val="100000"/>
            </a:lnSpc>
            <a:spcAft>
              <a:spcPts val="0"/>
            </a:spcAft>
          </a:pPr>
          <a:r>
            <a:rPr lang="pt-BR" sz="900" dirty="0"/>
            <a:t>Apoio Logístico (TBD)</a:t>
          </a:r>
        </a:p>
      </dgm:t>
    </dgm:pt>
    <dgm:pt modelId="{5CE00D30-F692-40D3-8334-51A2917C9E1F}">
      <dgm:prSet phldrT="[Texto]"/>
      <dgm:spPr/>
      <dgm:t>
        <a:bodyPr/>
        <a:lstStyle/>
        <a:p>
          <a:r>
            <a:rPr lang="pt-BR" dirty="0"/>
            <a:t>Coord. Administrativa</a:t>
          </a:r>
        </a:p>
      </dgm:t>
    </dgm:pt>
    <dgm:pt modelId="{0B842DA8-A072-4F8E-99A3-364D6FDC5DF4}" type="parTrans" cxnId="{7A5AC4C4-061B-48CF-B0F0-2F60F39BD4AF}">
      <dgm:prSet/>
      <dgm:spPr/>
      <dgm:t>
        <a:bodyPr/>
        <a:lstStyle/>
        <a:p>
          <a:endParaRPr lang="pt-BR"/>
        </a:p>
      </dgm:t>
    </dgm:pt>
    <dgm:pt modelId="{64CB5034-8139-443B-BB8E-D4B308F4A7ED}" type="sibTrans" cxnId="{7A5AC4C4-061B-48CF-B0F0-2F60F39BD4AF}">
      <dgm:prSet custT="1"/>
      <dgm:spPr/>
      <dgm:t>
        <a:bodyPr/>
        <a:lstStyle/>
        <a:p>
          <a:r>
            <a:rPr lang="pt-BR" sz="900" dirty="0"/>
            <a:t>Vitor Amancio</a:t>
          </a:r>
        </a:p>
      </dgm:t>
    </dgm:pt>
    <dgm:pt modelId="{286E792D-BA39-40DD-96BE-105CAFEE366C}">
      <dgm:prSet phldrT="[Texto]"/>
      <dgm:spPr/>
      <dgm:t>
        <a:bodyPr/>
        <a:lstStyle/>
        <a:p>
          <a:r>
            <a:rPr lang="pt-BR" dirty="0"/>
            <a:t>Controladoria</a:t>
          </a:r>
        </a:p>
      </dgm:t>
    </dgm:pt>
    <dgm:pt modelId="{65E14408-C66A-4C25-8F67-A8E33539427B}" type="parTrans" cxnId="{9AF1B33F-4F13-473C-BFCA-2F698AF0C04B}">
      <dgm:prSet/>
      <dgm:spPr/>
      <dgm:t>
        <a:bodyPr/>
        <a:lstStyle/>
        <a:p>
          <a:endParaRPr lang="pt-BR"/>
        </a:p>
      </dgm:t>
    </dgm:pt>
    <dgm:pt modelId="{96C339E1-0E73-4E87-9F7A-03E90C7B5C03}" type="sibTrans" cxnId="{9AF1B33F-4F13-473C-BFCA-2F698AF0C04B}">
      <dgm:prSet custT="1"/>
      <dgm:spPr/>
      <dgm:t>
        <a:bodyPr/>
        <a:lstStyle/>
        <a:p>
          <a:r>
            <a:rPr lang="pt-BR" sz="900"/>
            <a:t>Analista </a:t>
          </a:r>
          <a:r>
            <a:rPr lang="pt-BR" sz="900" dirty="0"/>
            <a:t>de Controladoria (TBD)</a:t>
          </a:r>
        </a:p>
      </dgm:t>
    </dgm:pt>
    <dgm:pt modelId="{D2EB6E36-E9CC-40BF-BDA0-0AF3F7ADF180}">
      <dgm:prSet phldrT="[Texto]"/>
      <dgm:spPr/>
      <dgm:t>
        <a:bodyPr/>
        <a:lstStyle/>
        <a:p>
          <a:r>
            <a:rPr lang="pt-BR" dirty="0"/>
            <a:t>Financeiro</a:t>
          </a:r>
        </a:p>
      </dgm:t>
    </dgm:pt>
    <dgm:pt modelId="{AD5C2D69-CD68-420F-A670-DF829A15AFE4}" type="parTrans" cxnId="{9AA8D0AA-BA2C-4C2E-9419-83948607B6AB}">
      <dgm:prSet/>
      <dgm:spPr/>
      <dgm:t>
        <a:bodyPr/>
        <a:lstStyle/>
        <a:p>
          <a:endParaRPr lang="pt-BR"/>
        </a:p>
      </dgm:t>
    </dgm:pt>
    <dgm:pt modelId="{2DC8303A-6E4B-4FA6-929A-D48E64AEB5EE}" type="sibTrans" cxnId="{9AA8D0AA-BA2C-4C2E-9419-83948607B6AB}">
      <dgm:prSet custT="1"/>
      <dgm:spPr/>
      <dgm:t>
        <a:bodyPr/>
        <a:lstStyle/>
        <a:p>
          <a:r>
            <a:rPr lang="pt-BR" sz="900" dirty="0"/>
            <a:t>Leonardo Martins</a:t>
          </a:r>
        </a:p>
      </dgm:t>
    </dgm:pt>
    <dgm:pt modelId="{B13ADCB8-D5BB-48A9-981B-C4205A102067}">
      <dgm:prSet phldrT="[Texto]"/>
      <dgm:spPr/>
      <dgm:t>
        <a:bodyPr/>
        <a:lstStyle/>
        <a:p>
          <a:r>
            <a:rPr lang="pt-BR" dirty="0"/>
            <a:t>Compras e Contratos</a:t>
          </a:r>
        </a:p>
      </dgm:t>
    </dgm:pt>
    <dgm:pt modelId="{B705EE89-9FBD-4D3D-81A3-21377CBDD115}" type="parTrans" cxnId="{77C18724-764A-4C39-8A44-DB373EE51E0A}">
      <dgm:prSet/>
      <dgm:spPr/>
      <dgm:t>
        <a:bodyPr/>
        <a:lstStyle/>
        <a:p>
          <a:endParaRPr lang="pt-BR"/>
        </a:p>
      </dgm:t>
    </dgm:pt>
    <dgm:pt modelId="{AACC6D92-9AC4-47E4-A6BD-4F645EB395B5}" type="sibTrans" cxnId="{77C18724-764A-4C39-8A44-DB373EE51E0A}">
      <dgm:prSet custT="1"/>
      <dgm:spPr/>
      <dgm:t>
        <a:bodyPr/>
        <a:lstStyle/>
        <a:p>
          <a:r>
            <a:rPr lang="pt-BR" sz="900" dirty="0"/>
            <a:t>Marcos Jesus</a:t>
          </a:r>
        </a:p>
        <a:p>
          <a:r>
            <a:rPr lang="pt-BR" sz="900" dirty="0"/>
            <a:t>Analista de Compras (TBD)</a:t>
          </a:r>
        </a:p>
      </dgm:t>
    </dgm:pt>
    <dgm:pt modelId="{83F48FE3-9923-49AE-9485-571EBCE36549}" type="pres">
      <dgm:prSet presAssocID="{AB67B2E9-813E-4470-95D4-C944AEC84CAC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0FD8889-C1F8-427F-AF64-AFDF8372EC8B}" type="pres">
      <dgm:prSet presAssocID="{AB09A7C7-E922-449A-AECE-9E4F81EF1D1E}" presName="hierRoot1" presStyleCnt="0">
        <dgm:presLayoutVars>
          <dgm:hierBranch val="init"/>
        </dgm:presLayoutVars>
      </dgm:prSet>
      <dgm:spPr/>
    </dgm:pt>
    <dgm:pt modelId="{A1FFFBD6-AF20-44B9-A47A-B344AFDF820D}" type="pres">
      <dgm:prSet presAssocID="{AB09A7C7-E922-449A-AECE-9E4F81EF1D1E}" presName="rootComposite1" presStyleCnt="0"/>
      <dgm:spPr/>
    </dgm:pt>
    <dgm:pt modelId="{4D0C1B7D-AC88-428B-8716-55EF118DAE97}" type="pres">
      <dgm:prSet presAssocID="{AB09A7C7-E922-449A-AECE-9E4F81EF1D1E}" presName="rootText1" presStyleLbl="node0" presStyleIdx="0" presStyleCnt="2" custScaleX="123218" custScaleY="115486" custLinFactX="-200000" custLinFactNeighborX="-220817" custLinFactNeighborY="-60925">
        <dgm:presLayoutVars>
          <dgm:chMax/>
          <dgm:chPref val="3"/>
        </dgm:presLayoutVars>
      </dgm:prSet>
      <dgm:spPr/>
    </dgm:pt>
    <dgm:pt modelId="{979DCE4A-94FA-4BAE-A00F-01953911BA7C}" type="pres">
      <dgm:prSet presAssocID="{AB09A7C7-E922-449A-AECE-9E4F81EF1D1E}" presName="titleText1" presStyleLbl="fgAcc0" presStyleIdx="0" presStyleCnt="2" custScaleY="132057" custLinFactX="-200000" custLinFactNeighborX="-235331" custLinFactNeighborY="-93776">
        <dgm:presLayoutVars>
          <dgm:chMax val="0"/>
          <dgm:chPref val="0"/>
        </dgm:presLayoutVars>
      </dgm:prSet>
      <dgm:spPr/>
    </dgm:pt>
    <dgm:pt modelId="{7656257E-0F62-4F44-834E-560FD84E41CF}" type="pres">
      <dgm:prSet presAssocID="{AB09A7C7-E922-449A-AECE-9E4F81EF1D1E}" presName="rootConnector1" presStyleLbl="node1" presStyleIdx="0" presStyleCnt="7"/>
      <dgm:spPr/>
    </dgm:pt>
    <dgm:pt modelId="{10CB0AD9-22CC-4AA0-8781-506E1485C053}" type="pres">
      <dgm:prSet presAssocID="{AB09A7C7-E922-449A-AECE-9E4F81EF1D1E}" presName="hierChild2" presStyleCnt="0"/>
      <dgm:spPr/>
    </dgm:pt>
    <dgm:pt modelId="{81B250BD-CB3E-4C10-894C-39DEE9E979F5}" type="pres">
      <dgm:prSet presAssocID="{AB09A7C7-E922-449A-AECE-9E4F81EF1D1E}" presName="hierChild3" presStyleCnt="0"/>
      <dgm:spPr/>
    </dgm:pt>
    <dgm:pt modelId="{AE394F3A-D5C4-4206-A6A2-E13DC2EEDECA}" type="pres">
      <dgm:prSet presAssocID="{FE98F618-454F-4FB6-BDBE-B6D50E6B6F78}" presName="Name96" presStyleLbl="parChTrans1D2" presStyleIdx="0" presStyleCnt="4"/>
      <dgm:spPr/>
    </dgm:pt>
    <dgm:pt modelId="{8F3B017F-558E-42D9-A163-F51C96268EEC}" type="pres">
      <dgm:prSet presAssocID="{3238FA3A-F9C2-4540-8313-F4F8D1D1DD20}" presName="hierRoot3" presStyleCnt="0">
        <dgm:presLayoutVars>
          <dgm:hierBranch val="init"/>
        </dgm:presLayoutVars>
      </dgm:prSet>
      <dgm:spPr/>
    </dgm:pt>
    <dgm:pt modelId="{00820E71-C795-4B9E-BE60-A4641978C9DC}" type="pres">
      <dgm:prSet presAssocID="{3238FA3A-F9C2-4540-8313-F4F8D1D1DD20}" presName="rootComposite3" presStyleCnt="0"/>
      <dgm:spPr/>
    </dgm:pt>
    <dgm:pt modelId="{958A7F1A-59A1-47A8-A6C1-357B14F0478B}" type="pres">
      <dgm:prSet presAssocID="{3238FA3A-F9C2-4540-8313-F4F8D1D1DD20}" presName="rootText3" presStyleLbl="asst1" presStyleIdx="0" presStyleCnt="1">
        <dgm:presLayoutVars>
          <dgm:chPref val="3"/>
        </dgm:presLayoutVars>
      </dgm:prSet>
      <dgm:spPr/>
    </dgm:pt>
    <dgm:pt modelId="{59D899C1-73C3-4155-BBB9-2A8D4B5D8F29}" type="pres">
      <dgm:prSet presAssocID="{3238FA3A-F9C2-4540-8313-F4F8D1D1DD20}" presName="titleText3" presStyleLbl="fgAcc2" presStyleIdx="0" presStyleCnt="1" custScaleX="181582" custScaleY="248775">
        <dgm:presLayoutVars>
          <dgm:chMax val="0"/>
          <dgm:chPref val="0"/>
        </dgm:presLayoutVars>
      </dgm:prSet>
      <dgm:spPr/>
    </dgm:pt>
    <dgm:pt modelId="{075093C7-B47E-4D50-80BC-9BB31C7B8DCE}" type="pres">
      <dgm:prSet presAssocID="{3238FA3A-F9C2-4540-8313-F4F8D1D1DD20}" presName="rootConnector3" presStyleLbl="asst1" presStyleIdx="0" presStyleCnt="1"/>
      <dgm:spPr/>
    </dgm:pt>
    <dgm:pt modelId="{7984AEBE-9664-41A5-B905-7084B0C0AED6}" type="pres">
      <dgm:prSet presAssocID="{3238FA3A-F9C2-4540-8313-F4F8D1D1DD20}" presName="hierChild6" presStyleCnt="0"/>
      <dgm:spPr/>
    </dgm:pt>
    <dgm:pt modelId="{B17ECA0B-46DC-49FF-8468-C950EC3E3998}" type="pres">
      <dgm:prSet presAssocID="{0BA62D80-35B3-43EB-B9F9-72EAD8E6BE32}" presName="Name37" presStyleLbl="parChTrans1D3" presStyleIdx="0" presStyleCnt="4"/>
      <dgm:spPr/>
    </dgm:pt>
    <dgm:pt modelId="{5780F4D6-3439-4AA3-92CE-73C205A34DB9}" type="pres">
      <dgm:prSet presAssocID="{2C0C2000-866A-4029-99FE-61A8A0B3FC1C}" presName="hierRoot2" presStyleCnt="0">
        <dgm:presLayoutVars>
          <dgm:hierBranch val="init"/>
        </dgm:presLayoutVars>
      </dgm:prSet>
      <dgm:spPr/>
    </dgm:pt>
    <dgm:pt modelId="{C8B9190E-D4D7-4EC5-B55F-B0F8D06BAE98}" type="pres">
      <dgm:prSet presAssocID="{2C0C2000-866A-4029-99FE-61A8A0B3FC1C}" presName="rootComposite" presStyleCnt="0"/>
      <dgm:spPr/>
    </dgm:pt>
    <dgm:pt modelId="{E91AF8E5-924E-471A-9365-61FB04115233}" type="pres">
      <dgm:prSet presAssocID="{2C0C2000-866A-4029-99FE-61A8A0B3FC1C}" presName="rootText" presStyleLbl="node1" presStyleIdx="0" presStyleCnt="7">
        <dgm:presLayoutVars>
          <dgm:chMax/>
          <dgm:chPref val="3"/>
        </dgm:presLayoutVars>
      </dgm:prSet>
      <dgm:spPr/>
    </dgm:pt>
    <dgm:pt modelId="{BAD80B2D-60B3-47D4-8D08-3146BB7BD9FF}" type="pres">
      <dgm:prSet presAssocID="{2C0C2000-866A-4029-99FE-61A8A0B3FC1C}" presName="titleText2" presStyleLbl="fgAcc1" presStyleIdx="0" presStyleCnt="7" custScaleX="188980" custScaleY="664187" custLinFactY="126531" custLinFactNeighborX="12443" custLinFactNeighborY="200000">
        <dgm:presLayoutVars>
          <dgm:chMax val="0"/>
          <dgm:chPref val="0"/>
        </dgm:presLayoutVars>
      </dgm:prSet>
      <dgm:spPr/>
    </dgm:pt>
    <dgm:pt modelId="{FFB0BA58-BE33-4DE1-AF3A-5D152B3AE4C9}" type="pres">
      <dgm:prSet presAssocID="{2C0C2000-866A-4029-99FE-61A8A0B3FC1C}" presName="rootConnector" presStyleLbl="node3" presStyleIdx="0" presStyleCnt="0"/>
      <dgm:spPr/>
    </dgm:pt>
    <dgm:pt modelId="{343E876D-2E08-401C-ABF4-9D02F4074561}" type="pres">
      <dgm:prSet presAssocID="{2C0C2000-866A-4029-99FE-61A8A0B3FC1C}" presName="hierChild4" presStyleCnt="0"/>
      <dgm:spPr/>
    </dgm:pt>
    <dgm:pt modelId="{E49D047A-466C-4D2A-9E6F-E9AE42BC45CB}" type="pres">
      <dgm:prSet presAssocID="{2C0C2000-866A-4029-99FE-61A8A0B3FC1C}" presName="hierChild5" presStyleCnt="0"/>
      <dgm:spPr/>
    </dgm:pt>
    <dgm:pt modelId="{1B4A8A49-484D-47CB-A29A-61A9482EF6F9}" type="pres">
      <dgm:prSet presAssocID="{834DADD2-7177-48FC-9894-EEF0A10E3E36}" presName="Name37" presStyleLbl="parChTrans1D3" presStyleIdx="1" presStyleCnt="4"/>
      <dgm:spPr/>
    </dgm:pt>
    <dgm:pt modelId="{C8102BEC-788A-48FF-BE80-BD08C0A8A41A}" type="pres">
      <dgm:prSet presAssocID="{AB929700-08D2-4151-B6C1-5914646A1CC5}" presName="hierRoot2" presStyleCnt="0">
        <dgm:presLayoutVars>
          <dgm:hierBranch val="init"/>
        </dgm:presLayoutVars>
      </dgm:prSet>
      <dgm:spPr/>
    </dgm:pt>
    <dgm:pt modelId="{A8D99997-2511-42D0-B3D0-F5EFF8B1A30E}" type="pres">
      <dgm:prSet presAssocID="{AB929700-08D2-4151-B6C1-5914646A1CC5}" presName="rootComposite" presStyleCnt="0"/>
      <dgm:spPr/>
    </dgm:pt>
    <dgm:pt modelId="{33AE8A88-AB8D-407B-AC25-523192C1A03B}" type="pres">
      <dgm:prSet presAssocID="{AB929700-08D2-4151-B6C1-5914646A1CC5}" presName="rootText" presStyleLbl="node1" presStyleIdx="1" presStyleCnt="7">
        <dgm:presLayoutVars>
          <dgm:chMax/>
          <dgm:chPref val="3"/>
        </dgm:presLayoutVars>
      </dgm:prSet>
      <dgm:spPr/>
    </dgm:pt>
    <dgm:pt modelId="{2C723A7F-E49C-4069-9D1B-520DF759B816}" type="pres">
      <dgm:prSet presAssocID="{AB929700-08D2-4151-B6C1-5914646A1CC5}" presName="titleText2" presStyleLbl="fgAcc1" presStyleIdx="1" presStyleCnt="7" custScaleX="120347" custScaleY="167563" custLinFactNeighborY="26826">
        <dgm:presLayoutVars>
          <dgm:chMax val="0"/>
          <dgm:chPref val="0"/>
        </dgm:presLayoutVars>
      </dgm:prSet>
      <dgm:spPr/>
    </dgm:pt>
    <dgm:pt modelId="{47E45A16-7105-496F-BA35-F1040C402063}" type="pres">
      <dgm:prSet presAssocID="{AB929700-08D2-4151-B6C1-5914646A1CC5}" presName="rootConnector" presStyleLbl="node3" presStyleIdx="0" presStyleCnt="0"/>
      <dgm:spPr/>
    </dgm:pt>
    <dgm:pt modelId="{F32B8294-6858-4A13-827E-61FC4363B08A}" type="pres">
      <dgm:prSet presAssocID="{AB929700-08D2-4151-B6C1-5914646A1CC5}" presName="hierChild4" presStyleCnt="0"/>
      <dgm:spPr/>
    </dgm:pt>
    <dgm:pt modelId="{375F1440-9D48-4850-BD0E-11066B4C5B47}" type="pres">
      <dgm:prSet presAssocID="{AB929700-08D2-4151-B6C1-5914646A1CC5}" presName="hierChild5" presStyleCnt="0"/>
      <dgm:spPr/>
    </dgm:pt>
    <dgm:pt modelId="{CD24DC29-5745-4B3D-B7A6-1EB52E3F4AE3}" type="pres">
      <dgm:prSet presAssocID="{75846F25-9D13-4AC5-BD33-B706B42EABBC}" presName="Name37" presStyleLbl="parChTrans1D3" presStyleIdx="2" presStyleCnt="4"/>
      <dgm:spPr/>
    </dgm:pt>
    <dgm:pt modelId="{F033941B-B2B7-40F5-AEF4-D283AA25F6EA}" type="pres">
      <dgm:prSet presAssocID="{6795997F-7880-4ADD-8D2F-BEDEFC5F6AB4}" presName="hierRoot2" presStyleCnt="0">
        <dgm:presLayoutVars>
          <dgm:hierBranch val="init"/>
        </dgm:presLayoutVars>
      </dgm:prSet>
      <dgm:spPr/>
    </dgm:pt>
    <dgm:pt modelId="{D69FD478-9E4E-4D75-84B7-A217FF4E727C}" type="pres">
      <dgm:prSet presAssocID="{6795997F-7880-4ADD-8D2F-BEDEFC5F6AB4}" presName="rootComposite" presStyleCnt="0"/>
      <dgm:spPr/>
    </dgm:pt>
    <dgm:pt modelId="{FCB97B9C-5301-4995-A0A4-1CC02D873D2D}" type="pres">
      <dgm:prSet presAssocID="{6795997F-7880-4ADD-8D2F-BEDEFC5F6AB4}" presName="rootText" presStyleLbl="node1" presStyleIdx="2" presStyleCnt="7">
        <dgm:presLayoutVars>
          <dgm:chMax/>
          <dgm:chPref val="3"/>
        </dgm:presLayoutVars>
      </dgm:prSet>
      <dgm:spPr/>
    </dgm:pt>
    <dgm:pt modelId="{C4A5577B-3804-4827-8163-927E0A551B69}" type="pres">
      <dgm:prSet presAssocID="{6795997F-7880-4ADD-8D2F-BEDEFC5F6AB4}" presName="titleText2" presStyleLbl="fgAcc1" presStyleIdx="2" presStyleCnt="7" custScaleY="186979" custLinFactNeighborX="-952" custLinFactNeighborY="56335">
        <dgm:presLayoutVars>
          <dgm:chMax val="0"/>
          <dgm:chPref val="0"/>
        </dgm:presLayoutVars>
      </dgm:prSet>
      <dgm:spPr/>
    </dgm:pt>
    <dgm:pt modelId="{AA5153AA-419A-4687-82A7-C2EB47E294C4}" type="pres">
      <dgm:prSet presAssocID="{6795997F-7880-4ADD-8D2F-BEDEFC5F6AB4}" presName="rootConnector" presStyleLbl="node3" presStyleIdx="0" presStyleCnt="0"/>
      <dgm:spPr/>
    </dgm:pt>
    <dgm:pt modelId="{D683F12F-68BE-4B17-A30F-B35FF105E878}" type="pres">
      <dgm:prSet presAssocID="{6795997F-7880-4ADD-8D2F-BEDEFC5F6AB4}" presName="hierChild4" presStyleCnt="0"/>
      <dgm:spPr/>
    </dgm:pt>
    <dgm:pt modelId="{EDF06193-D6BB-4353-A35E-68A147F425A0}" type="pres">
      <dgm:prSet presAssocID="{6795997F-7880-4ADD-8D2F-BEDEFC5F6AB4}" presName="hierChild5" presStyleCnt="0"/>
      <dgm:spPr/>
    </dgm:pt>
    <dgm:pt modelId="{D87DF3AD-5CA7-4590-9F27-2DA6DD1C6C02}" type="pres">
      <dgm:prSet presAssocID="{CAA3B034-C476-417B-8085-7B278FE68ABD}" presName="Name37" presStyleLbl="parChTrans1D3" presStyleIdx="3" presStyleCnt="4"/>
      <dgm:spPr/>
    </dgm:pt>
    <dgm:pt modelId="{7FC9BAF8-6F2E-4EEC-A561-972A09AAF584}" type="pres">
      <dgm:prSet presAssocID="{B31E64AD-88B0-4EBF-A221-D1A85FE34428}" presName="hierRoot2" presStyleCnt="0">
        <dgm:presLayoutVars>
          <dgm:hierBranch val="init"/>
        </dgm:presLayoutVars>
      </dgm:prSet>
      <dgm:spPr/>
    </dgm:pt>
    <dgm:pt modelId="{7AC7C939-B937-49CC-BB39-3BFF2C83393C}" type="pres">
      <dgm:prSet presAssocID="{B31E64AD-88B0-4EBF-A221-D1A85FE34428}" presName="rootComposite" presStyleCnt="0"/>
      <dgm:spPr/>
    </dgm:pt>
    <dgm:pt modelId="{62AE33D8-DF2F-48F5-A3EB-F682E0624AB8}" type="pres">
      <dgm:prSet presAssocID="{B31E64AD-88B0-4EBF-A221-D1A85FE34428}" presName="rootText" presStyleLbl="node1" presStyleIdx="3" presStyleCnt="7">
        <dgm:presLayoutVars>
          <dgm:chMax/>
          <dgm:chPref val="3"/>
        </dgm:presLayoutVars>
      </dgm:prSet>
      <dgm:spPr/>
    </dgm:pt>
    <dgm:pt modelId="{E54928A1-BD0E-4E28-976E-4587604BFFFA}" type="pres">
      <dgm:prSet presAssocID="{B31E64AD-88B0-4EBF-A221-D1A85FE34428}" presName="titleText2" presStyleLbl="fgAcc1" presStyleIdx="3" presStyleCnt="7" custScaleY="160154" custLinFactNeighborY="45605">
        <dgm:presLayoutVars>
          <dgm:chMax val="0"/>
          <dgm:chPref val="0"/>
        </dgm:presLayoutVars>
      </dgm:prSet>
      <dgm:spPr/>
    </dgm:pt>
    <dgm:pt modelId="{0D13FB61-9413-48C2-9747-AFC45F90D647}" type="pres">
      <dgm:prSet presAssocID="{B31E64AD-88B0-4EBF-A221-D1A85FE34428}" presName="rootConnector" presStyleLbl="node3" presStyleIdx="0" presStyleCnt="0"/>
      <dgm:spPr/>
    </dgm:pt>
    <dgm:pt modelId="{25503118-988D-4063-A445-A47994F2F850}" type="pres">
      <dgm:prSet presAssocID="{B31E64AD-88B0-4EBF-A221-D1A85FE34428}" presName="hierChild4" presStyleCnt="0"/>
      <dgm:spPr/>
    </dgm:pt>
    <dgm:pt modelId="{FB23B4CE-3AB3-4F23-920C-633B23F4408F}" type="pres">
      <dgm:prSet presAssocID="{B31E64AD-88B0-4EBF-A221-D1A85FE34428}" presName="hierChild5" presStyleCnt="0"/>
      <dgm:spPr/>
    </dgm:pt>
    <dgm:pt modelId="{C348B27B-9E0A-4C0A-BB83-F18DA2BDC80D}" type="pres">
      <dgm:prSet presAssocID="{3238FA3A-F9C2-4540-8313-F4F8D1D1DD20}" presName="hierChild7" presStyleCnt="0"/>
      <dgm:spPr/>
    </dgm:pt>
    <dgm:pt modelId="{1C6189D3-42AC-4909-A26F-088DB62C3BCF}" type="pres">
      <dgm:prSet presAssocID="{5CE00D30-F692-40D3-8334-51A2917C9E1F}" presName="hierRoot1" presStyleCnt="0">
        <dgm:presLayoutVars>
          <dgm:hierBranch val="init"/>
        </dgm:presLayoutVars>
      </dgm:prSet>
      <dgm:spPr/>
    </dgm:pt>
    <dgm:pt modelId="{42DABEFE-D209-46D2-AD35-E5198D56A86A}" type="pres">
      <dgm:prSet presAssocID="{5CE00D30-F692-40D3-8334-51A2917C9E1F}" presName="rootComposite1" presStyleCnt="0"/>
      <dgm:spPr/>
    </dgm:pt>
    <dgm:pt modelId="{2FF87534-3286-47CB-A747-B6600FA1B6B2}" type="pres">
      <dgm:prSet presAssocID="{5CE00D30-F692-40D3-8334-51A2917C9E1F}" presName="rootText1" presStyleLbl="node0" presStyleIdx="1" presStyleCnt="2" custLinFactNeighborX="2013" custLinFactNeighborY="-85555">
        <dgm:presLayoutVars>
          <dgm:chMax/>
          <dgm:chPref val="3"/>
        </dgm:presLayoutVars>
      </dgm:prSet>
      <dgm:spPr/>
    </dgm:pt>
    <dgm:pt modelId="{5489AEAE-DA07-4C73-831A-F019084DF6F5}" type="pres">
      <dgm:prSet presAssocID="{5CE00D30-F692-40D3-8334-51A2917C9E1F}" presName="titleText1" presStyleLbl="fgAcc0" presStyleIdx="1" presStyleCnt="2" custLinFactY="-100000" custLinFactNeighborX="30575" custLinFactNeighborY="-121665">
        <dgm:presLayoutVars>
          <dgm:chMax val="0"/>
          <dgm:chPref val="0"/>
        </dgm:presLayoutVars>
      </dgm:prSet>
      <dgm:spPr/>
    </dgm:pt>
    <dgm:pt modelId="{3B0EB05D-2CA5-418A-BFA1-591AB6EFB134}" type="pres">
      <dgm:prSet presAssocID="{5CE00D30-F692-40D3-8334-51A2917C9E1F}" presName="rootConnector1" presStyleLbl="node1" presStyleIdx="3" presStyleCnt="7"/>
      <dgm:spPr/>
    </dgm:pt>
    <dgm:pt modelId="{D8E4CD81-FE34-4A2E-ADD2-6D446F25A978}" type="pres">
      <dgm:prSet presAssocID="{5CE00D30-F692-40D3-8334-51A2917C9E1F}" presName="hierChild2" presStyleCnt="0"/>
      <dgm:spPr/>
    </dgm:pt>
    <dgm:pt modelId="{9EB04A22-0474-4D2E-891E-5A2EDA4F73B8}" type="pres">
      <dgm:prSet presAssocID="{65E14408-C66A-4C25-8F67-A8E33539427B}" presName="Name37" presStyleLbl="parChTrans1D2" presStyleIdx="1" presStyleCnt="4"/>
      <dgm:spPr/>
    </dgm:pt>
    <dgm:pt modelId="{192F04CE-10CF-4DE1-894D-74951CF26A6A}" type="pres">
      <dgm:prSet presAssocID="{286E792D-BA39-40DD-96BE-105CAFEE366C}" presName="hierRoot2" presStyleCnt="0">
        <dgm:presLayoutVars>
          <dgm:hierBranch val="init"/>
        </dgm:presLayoutVars>
      </dgm:prSet>
      <dgm:spPr/>
    </dgm:pt>
    <dgm:pt modelId="{5CF96076-0608-4AB1-B846-B6351D9AE90D}" type="pres">
      <dgm:prSet presAssocID="{286E792D-BA39-40DD-96BE-105CAFEE366C}" presName="rootComposite" presStyleCnt="0"/>
      <dgm:spPr/>
    </dgm:pt>
    <dgm:pt modelId="{9E3CF097-F3CF-43F1-B9B0-45ED71387B22}" type="pres">
      <dgm:prSet presAssocID="{286E792D-BA39-40DD-96BE-105CAFEE366C}" presName="rootText" presStyleLbl="node1" presStyleIdx="4" presStyleCnt="7">
        <dgm:presLayoutVars>
          <dgm:chMax/>
          <dgm:chPref val="3"/>
        </dgm:presLayoutVars>
      </dgm:prSet>
      <dgm:spPr/>
    </dgm:pt>
    <dgm:pt modelId="{330DFE44-4EDE-46DF-93F8-7350DF6E10E0}" type="pres">
      <dgm:prSet presAssocID="{286E792D-BA39-40DD-96BE-105CAFEE366C}" presName="titleText2" presStyleLbl="fgAcc1" presStyleIdx="4" presStyleCnt="7" custScaleX="138461" custScaleY="196609" custLinFactNeighborX="21510" custLinFactNeighborY="44067">
        <dgm:presLayoutVars>
          <dgm:chMax val="0"/>
          <dgm:chPref val="0"/>
        </dgm:presLayoutVars>
      </dgm:prSet>
      <dgm:spPr/>
    </dgm:pt>
    <dgm:pt modelId="{B101CE1F-B777-44D4-8A8E-1600B0BAC5A2}" type="pres">
      <dgm:prSet presAssocID="{286E792D-BA39-40DD-96BE-105CAFEE366C}" presName="rootConnector" presStyleLbl="node2" presStyleIdx="0" presStyleCnt="0"/>
      <dgm:spPr/>
    </dgm:pt>
    <dgm:pt modelId="{64D5744B-5DA6-40E6-ADA3-B803A8868B52}" type="pres">
      <dgm:prSet presAssocID="{286E792D-BA39-40DD-96BE-105CAFEE366C}" presName="hierChild4" presStyleCnt="0"/>
      <dgm:spPr/>
    </dgm:pt>
    <dgm:pt modelId="{0DB70471-3C12-4DA9-A950-C12259BB460A}" type="pres">
      <dgm:prSet presAssocID="{286E792D-BA39-40DD-96BE-105CAFEE366C}" presName="hierChild5" presStyleCnt="0"/>
      <dgm:spPr/>
    </dgm:pt>
    <dgm:pt modelId="{D69C03FC-B0EC-4D9E-A95B-4607E504D13A}" type="pres">
      <dgm:prSet presAssocID="{AD5C2D69-CD68-420F-A670-DF829A15AFE4}" presName="Name37" presStyleLbl="parChTrans1D2" presStyleIdx="2" presStyleCnt="4"/>
      <dgm:spPr/>
    </dgm:pt>
    <dgm:pt modelId="{C67B3249-B58C-42C7-B5CD-37CC5A66147E}" type="pres">
      <dgm:prSet presAssocID="{D2EB6E36-E9CC-40BF-BDA0-0AF3F7ADF180}" presName="hierRoot2" presStyleCnt="0">
        <dgm:presLayoutVars>
          <dgm:hierBranch val="init"/>
        </dgm:presLayoutVars>
      </dgm:prSet>
      <dgm:spPr/>
    </dgm:pt>
    <dgm:pt modelId="{8A2F71DD-2A72-4A58-909F-CFDCF15B7821}" type="pres">
      <dgm:prSet presAssocID="{D2EB6E36-E9CC-40BF-BDA0-0AF3F7ADF180}" presName="rootComposite" presStyleCnt="0"/>
      <dgm:spPr/>
    </dgm:pt>
    <dgm:pt modelId="{EB2BDD25-9F3D-43E6-B019-41686AC148EF}" type="pres">
      <dgm:prSet presAssocID="{D2EB6E36-E9CC-40BF-BDA0-0AF3F7ADF180}" presName="rootText" presStyleLbl="node1" presStyleIdx="5" presStyleCnt="7">
        <dgm:presLayoutVars>
          <dgm:chMax/>
          <dgm:chPref val="3"/>
        </dgm:presLayoutVars>
      </dgm:prSet>
      <dgm:spPr/>
    </dgm:pt>
    <dgm:pt modelId="{C5A27DBB-E7B9-4F80-BE97-89A66BF1E088}" type="pres">
      <dgm:prSet presAssocID="{D2EB6E36-E9CC-40BF-BDA0-0AF3F7ADF180}" presName="titleText2" presStyleLbl="fgAcc1" presStyleIdx="5" presStyleCnt="7">
        <dgm:presLayoutVars>
          <dgm:chMax val="0"/>
          <dgm:chPref val="0"/>
        </dgm:presLayoutVars>
      </dgm:prSet>
      <dgm:spPr/>
    </dgm:pt>
    <dgm:pt modelId="{6EF20446-225B-4743-BE66-6C0F054CDB14}" type="pres">
      <dgm:prSet presAssocID="{D2EB6E36-E9CC-40BF-BDA0-0AF3F7ADF180}" presName="rootConnector" presStyleLbl="node2" presStyleIdx="0" presStyleCnt="0"/>
      <dgm:spPr/>
    </dgm:pt>
    <dgm:pt modelId="{F88DD705-5779-46EA-A0B3-A54B72CEC93D}" type="pres">
      <dgm:prSet presAssocID="{D2EB6E36-E9CC-40BF-BDA0-0AF3F7ADF180}" presName="hierChild4" presStyleCnt="0"/>
      <dgm:spPr/>
    </dgm:pt>
    <dgm:pt modelId="{92D89865-3E68-4D29-8C61-1332616487F8}" type="pres">
      <dgm:prSet presAssocID="{D2EB6E36-E9CC-40BF-BDA0-0AF3F7ADF180}" presName="hierChild5" presStyleCnt="0"/>
      <dgm:spPr/>
    </dgm:pt>
    <dgm:pt modelId="{A919147F-533E-405C-A4DB-9084D81B7822}" type="pres">
      <dgm:prSet presAssocID="{B705EE89-9FBD-4D3D-81A3-21377CBDD115}" presName="Name37" presStyleLbl="parChTrans1D2" presStyleIdx="3" presStyleCnt="4"/>
      <dgm:spPr/>
    </dgm:pt>
    <dgm:pt modelId="{FFB55586-8CB4-4E43-8DF0-B6D82816D046}" type="pres">
      <dgm:prSet presAssocID="{B13ADCB8-D5BB-48A9-981B-C4205A102067}" presName="hierRoot2" presStyleCnt="0">
        <dgm:presLayoutVars>
          <dgm:hierBranch val="init"/>
        </dgm:presLayoutVars>
      </dgm:prSet>
      <dgm:spPr/>
    </dgm:pt>
    <dgm:pt modelId="{8416AB93-B71C-4DC9-B6CB-2D0F7825E50E}" type="pres">
      <dgm:prSet presAssocID="{B13ADCB8-D5BB-48A9-981B-C4205A102067}" presName="rootComposite" presStyleCnt="0"/>
      <dgm:spPr/>
    </dgm:pt>
    <dgm:pt modelId="{63E10F40-523D-4F7C-BBF3-E516F7F80B01}" type="pres">
      <dgm:prSet presAssocID="{B13ADCB8-D5BB-48A9-981B-C4205A102067}" presName="rootText" presStyleLbl="node1" presStyleIdx="6" presStyleCnt="7">
        <dgm:presLayoutVars>
          <dgm:chMax/>
          <dgm:chPref val="3"/>
        </dgm:presLayoutVars>
      </dgm:prSet>
      <dgm:spPr/>
    </dgm:pt>
    <dgm:pt modelId="{4F08860F-DF4D-4F79-95B8-F4D169F7C295}" type="pres">
      <dgm:prSet presAssocID="{B13ADCB8-D5BB-48A9-981B-C4205A102067}" presName="titleText2" presStyleLbl="fgAcc1" presStyleIdx="6" presStyleCnt="7" custScaleX="101809" custScaleY="276114" custLinFactNeighborX="3841" custLinFactNeighborY="98304">
        <dgm:presLayoutVars>
          <dgm:chMax val="0"/>
          <dgm:chPref val="0"/>
        </dgm:presLayoutVars>
      </dgm:prSet>
      <dgm:spPr/>
    </dgm:pt>
    <dgm:pt modelId="{B7F42585-DDEF-4F55-8D8F-908E5D6EAA2E}" type="pres">
      <dgm:prSet presAssocID="{B13ADCB8-D5BB-48A9-981B-C4205A102067}" presName="rootConnector" presStyleLbl="node2" presStyleIdx="0" presStyleCnt="0"/>
      <dgm:spPr/>
    </dgm:pt>
    <dgm:pt modelId="{C144FF62-A7B6-4AFA-B7CE-2D2FD8BE4C59}" type="pres">
      <dgm:prSet presAssocID="{B13ADCB8-D5BB-48A9-981B-C4205A102067}" presName="hierChild4" presStyleCnt="0"/>
      <dgm:spPr/>
    </dgm:pt>
    <dgm:pt modelId="{CA5252C4-EF49-4968-B224-DF1B3F96D38A}" type="pres">
      <dgm:prSet presAssocID="{B13ADCB8-D5BB-48A9-981B-C4205A102067}" presName="hierChild5" presStyleCnt="0"/>
      <dgm:spPr/>
    </dgm:pt>
    <dgm:pt modelId="{D28169E4-F92A-47BE-880B-3B12D749FEE4}" type="pres">
      <dgm:prSet presAssocID="{5CE00D30-F692-40D3-8334-51A2917C9E1F}" presName="hierChild3" presStyleCnt="0"/>
      <dgm:spPr/>
    </dgm:pt>
  </dgm:ptLst>
  <dgm:cxnLst>
    <dgm:cxn modelId="{296F6604-9B37-494C-814B-64BD76D5578F}" srcId="{AB67B2E9-813E-4470-95D4-C944AEC84CAC}" destId="{AB09A7C7-E922-449A-AECE-9E4F81EF1D1E}" srcOrd="0" destOrd="0" parTransId="{B79AF8FE-F43A-4B2A-964B-FC176A3EE456}" sibTransId="{61C3067A-FBD0-49FF-BA33-7F28D7B21C82}"/>
    <dgm:cxn modelId="{39EFAD08-68E8-48F7-A221-63ABDB98EB0E}" srcId="{3238FA3A-F9C2-4540-8313-F4F8D1D1DD20}" destId="{6795997F-7880-4ADD-8D2F-BEDEFC5F6AB4}" srcOrd="2" destOrd="0" parTransId="{75846F25-9D13-4AC5-BD33-B706B42EABBC}" sibTransId="{E25A6B33-689C-4F03-AAD1-0696676D76AC}"/>
    <dgm:cxn modelId="{1F67790E-D606-4DD8-B196-4992A6EA859B}" type="presOf" srcId="{AB929700-08D2-4151-B6C1-5914646A1CC5}" destId="{47E45A16-7105-496F-BA35-F1040C402063}" srcOrd="1" destOrd="0" presId="urn:microsoft.com/office/officeart/2008/layout/NameandTitleOrganizationalChart"/>
    <dgm:cxn modelId="{A6AEA210-F832-4FE6-89E2-1A692E3785BC}" type="presOf" srcId="{3238FA3A-F9C2-4540-8313-F4F8D1D1DD20}" destId="{958A7F1A-59A1-47A8-A6C1-357B14F0478B}" srcOrd="0" destOrd="0" presId="urn:microsoft.com/office/officeart/2008/layout/NameandTitleOrganizationalChart"/>
    <dgm:cxn modelId="{543F311A-BEDC-4F5D-866A-C77B0E88FA72}" type="presOf" srcId="{B13ADCB8-D5BB-48A9-981B-C4205A102067}" destId="{63E10F40-523D-4F7C-BBF3-E516F7F80B01}" srcOrd="0" destOrd="0" presId="urn:microsoft.com/office/officeart/2008/layout/NameandTitleOrganizationalChart"/>
    <dgm:cxn modelId="{EE68601D-EEEA-44BF-8B66-7C3BC8E33F1F}" type="presOf" srcId="{B31E64AD-88B0-4EBF-A221-D1A85FE34428}" destId="{0D13FB61-9413-48C2-9747-AFC45F90D647}" srcOrd="1" destOrd="0" presId="urn:microsoft.com/office/officeart/2008/layout/NameandTitleOrganizationalChart"/>
    <dgm:cxn modelId="{EB052E22-EA73-4745-BEA4-8D6209AE6128}" type="presOf" srcId="{8521EDBE-5294-4087-BA8C-A3CA96F284E3}" destId="{BAD80B2D-60B3-47D4-8D08-3146BB7BD9FF}" srcOrd="0" destOrd="0" presId="urn:microsoft.com/office/officeart/2008/layout/NameandTitleOrganizationalChart"/>
    <dgm:cxn modelId="{F10E6522-2E19-4869-8501-090C3CA35CB6}" srcId="{3238FA3A-F9C2-4540-8313-F4F8D1D1DD20}" destId="{2C0C2000-866A-4029-99FE-61A8A0B3FC1C}" srcOrd="0" destOrd="0" parTransId="{0BA62D80-35B3-43EB-B9F9-72EAD8E6BE32}" sibTransId="{8521EDBE-5294-4087-BA8C-A3CA96F284E3}"/>
    <dgm:cxn modelId="{77C18724-764A-4C39-8A44-DB373EE51E0A}" srcId="{5CE00D30-F692-40D3-8334-51A2917C9E1F}" destId="{B13ADCB8-D5BB-48A9-981B-C4205A102067}" srcOrd="2" destOrd="0" parTransId="{B705EE89-9FBD-4D3D-81A3-21377CBDD115}" sibTransId="{AACC6D92-9AC4-47E4-A6BD-4F645EB395B5}"/>
    <dgm:cxn modelId="{08330C26-4968-4F2B-B4FC-CDE00D46A87A}" type="presOf" srcId="{B13ADCB8-D5BB-48A9-981B-C4205A102067}" destId="{B7F42585-DDEF-4F55-8D8F-908E5D6EAA2E}" srcOrd="1" destOrd="0" presId="urn:microsoft.com/office/officeart/2008/layout/NameandTitleOrganizationalChart"/>
    <dgm:cxn modelId="{AEEF8F27-5D4B-4DFF-B426-B482FA490F1D}" type="presOf" srcId="{2C0C2000-866A-4029-99FE-61A8A0B3FC1C}" destId="{FFB0BA58-BE33-4DE1-AF3A-5D152B3AE4C9}" srcOrd="1" destOrd="0" presId="urn:microsoft.com/office/officeart/2008/layout/NameandTitleOrganizationalChart"/>
    <dgm:cxn modelId="{B90E8D2A-C45A-4E9B-834B-5B375E781F72}" type="presOf" srcId="{2DC8303A-6E4B-4FA6-929A-D48E64AEB5EE}" destId="{C5A27DBB-E7B9-4F80-BE97-89A66BF1E088}" srcOrd="0" destOrd="0" presId="urn:microsoft.com/office/officeart/2008/layout/NameandTitleOrganizationalChart"/>
    <dgm:cxn modelId="{10CD192F-10DC-4542-A5F0-75D5A6A8B04E}" type="presOf" srcId="{B705EE89-9FBD-4D3D-81A3-21377CBDD115}" destId="{A919147F-533E-405C-A4DB-9084D81B7822}" srcOrd="0" destOrd="0" presId="urn:microsoft.com/office/officeart/2008/layout/NameandTitleOrganizationalChart"/>
    <dgm:cxn modelId="{F262D931-3FE4-4C5D-A3EF-E4C2C559D990}" type="presOf" srcId="{286E792D-BA39-40DD-96BE-105CAFEE366C}" destId="{B101CE1F-B777-44D4-8A8E-1600B0BAC5A2}" srcOrd="1" destOrd="0" presId="urn:microsoft.com/office/officeart/2008/layout/NameandTitleOrganizationalChart"/>
    <dgm:cxn modelId="{22B8B136-85DC-4F87-B333-472523F2893D}" type="presOf" srcId="{96C339E1-0E73-4E87-9F7A-03E90C7B5C03}" destId="{330DFE44-4EDE-46DF-93F8-7350DF6E10E0}" srcOrd="0" destOrd="0" presId="urn:microsoft.com/office/officeart/2008/layout/NameandTitleOrganizationalChart"/>
    <dgm:cxn modelId="{2E435937-7F40-4AF6-A95C-7611E740A0CF}" srcId="{3238FA3A-F9C2-4540-8313-F4F8D1D1DD20}" destId="{B31E64AD-88B0-4EBF-A221-D1A85FE34428}" srcOrd="3" destOrd="0" parTransId="{CAA3B034-C476-417B-8085-7B278FE68ABD}" sibTransId="{C153AF2C-61EE-4A4A-A3B9-70E3F631A6DF}"/>
    <dgm:cxn modelId="{E6424138-7266-4DE9-98F0-DB76C2000E3D}" type="presOf" srcId="{AD5C2D69-CD68-420F-A670-DF829A15AFE4}" destId="{D69C03FC-B0EC-4D9E-A95B-4607E504D13A}" srcOrd="0" destOrd="0" presId="urn:microsoft.com/office/officeart/2008/layout/NameandTitleOrganizationalChart"/>
    <dgm:cxn modelId="{C686303C-844F-4A2E-B860-B10D1DB06630}" type="presOf" srcId="{C153AF2C-61EE-4A4A-A3B9-70E3F631A6DF}" destId="{E54928A1-BD0E-4E28-976E-4587604BFFFA}" srcOrd="0" destOrd="0" presId="urn:microsoft.com/office/officeart/2008/layout/NameandTitleOrganizationalChart"/>
    <dgm:cxn modelId="{EB56333E-1CAD-4DAD-8092-3E8A277C371A}" type="presOf" srcId="{3238FA3A-F9C2-4540-8313-F4F8D1D1DD20}" destId="{075093C7-B47E-4D50-80BC-9BB31C7B8DCE}" srcOrd="1" destOrd="0" presId="urn:microsoft.com/office/officeart/2008/layout/NameandTitleOrganizationalChart"/>
    <dgm:cxn modelId="{9AF1B33F-4F13-473C-BFCA-2F698AF0C04B}" srcId="{5CE00D30-F692-40D3-8334-51A2917C9E1F}" destId="{286E792D-BA39-40DD-96BE-105CAFEE366C}" srcOrd="0" destOrd="0" parTransId="{65E14408-C66A-4C25-8F67-A8E33539427B}" sibTransId="{96C339E1-0E73-4E87-9F7A-03E90C7B5C03}"/>
    <dgm:cxn modelId="{C5E5F740-2479-4E10-881E-C01F8BB51A8F}" type="presOf" srcId="{FE98F618-454F-4FB6-BDBE-B6D50E6B6F78}" destId="{AE394F3A-D5C4-4206-A6A2-E13DC2EEDECA}" srcOrd="0" destOrd="0" presId="urn:microsoft.com/office/officeart/2008/layout/NameandTitleOrganizationalChart"/>
    <dgm:cxn modelId="{BAE2895B-857C-4C33-A332-3290E339D754}" type="presOf" srcId="{AB929700-08D2-4151-B6C1-5914646A1CC5}" destId="{33AE8A88-AB8D-407B-AC25-523192C1A03B}" srcOrd="0" destOrd="0" presId="urn:microsoft.com/office/officeart/2008/layout/NameandTitleOrganizationalChart"/>
    <dgm:cxn modelId="{8C5DAA5F-E956-4C8B-ADE0-0C227CBC2F2B}" type="presOf" srcId="{64CB5034-8139-443B-BB8E-D4B308F4A7ED}" destId="{5489AEAE-DA07-4C73-831A-F019084DF6F5}" srcOrd="0" destOrd="0" presId="urn:microsoft.com/office/officeart/2008/layout/NameandTitleOrganizationalChart"/>
    <dgm:cxn modelId="{9A1DFC46-81CD-4077-9D29-57BC45A541FA}" type="presOf" srcId="{AB09A7C7-E922-449A-AECE-9E4F81EF1D1E}" destId="{4D0C1B7D-AC88-428B-8716-55EF118DAE97}" srcOrd="0" destOrd="0" presId="urn:microsoft.com/office/officeart/2008/layout/NameandTitleOrganizationalChart"/>
    <dgm:cxn modelId="{66AEB872-96F1-4848-8318-1D4E7702B40E}" type="presOf" srcId="{2C0C2000-866A-4029-99FE-61A8A0B3FC1C}" destId="{E91AF8E5-924E-471A-9365-61FB04115233}" srcOrd="0" destOrd="0" presId="urn:microsoft.com/office/officeart/2008/layout/NameandTitleOrganizationalChart"/>
    <dgm:cxn modelId="{68636C77-C11A-4A3D-819A-EF9486B03CB8}" type="presOf" srcId="{B31E64AD-88B0-4EBF-A221-D1A85FE34428}" destId="{62AE33D8-DF2F-48F5-A3EB-F682E0624AB8}" srcOrd="0" destOrd="0" presId="urn:microsoft.com/office/officeart/2008/layout/NameandTitleOrganizationalChart"/>
    <dgm:cxn modelId="{F627B67A-30A3-424C-80FE-052CF2AE5FF6}" type="presOf" srcId="{AB67B2E9-813E-4470-95D4-C944AEC84CAC}" destId="{83F48FE3-9923-49AE-9485-571EBCE36549}" srcOrd="0" destOrd="0" presId="urn:microsoft.com/office/officeart/2008/layout/NameandTitleOrganizationalChart"/>
    <dgm:cxn modelId="{6E005391-1EB0-405F-9C68-956BBB7F5874}" type="presOf" srcId="{AACC6D92-9AC4-47E4-A6BD-4F645EB395B5}" destId="{4F08860F-DF4D-4F79-95B8-F4D169F7C295}" srcOrd="0" destOrd="0" presId="urn:microsoft.com/office/officeart/2008/layout/NameandTitleOrganizationalChart"/>
    <dgm:cxn modelId="{FC47D594-5262-4EC4-B0E6-78C28AF1F3FF}" type="presOf" srcId="{3B1DF3A9-DB54-4DEB-A37C-F472E773719F}" destId="{2C723A7F-E49C-4069-9D1B-520DF759B816}" srcOrd="0" destOrd="0" presId="urn:microsoft.com/office/officeart/2008/layout/NameandTitleOrganizationalChart"/>
    <dgm:cxn modelId="{439C589A-B135-49B3-BB68-8F3E8BE623DA}" type="presOf" srcId="{5A6D9185-EA3B-4FE3-BCAF-CE891BB3A6BF}" destId="{59D899C1-73C3-4155-BBB9-2A8D4B5D8F29}" srcOrd="0" destOrd="0" presId="urn:microsoft.com/office/officeart/2008/layout/NameandTitleOrganizationalChart"/>
    <dgm:cxn modelId="{FB98DC9F-4B8A-4DA7-852A-7EB747F3F4AF}" type="presOf" srcId="{CAA3B034-C476-417B-8085-7B278FE68ABD}" destId="{D87DF3AD-5CA7-4590-9F27-2DA6DD1C6C02}" srcOrd="0" destOrd="0" presId="urn:microsoft.com/office/officeart/2008/layout/NameandTitleOrganizationalChart"/>
    <dgm:cxn modelId="{9AA8D0AA-BA2C-4C2E-9419-83948607B6AB}" srcId="{5CE00D30-F692-40D3-8334-51A2917C9E1F}" destId="{D2EB6E36-E9CC-40BF-BDA0-0AF3F7ADF180}" srcOrd="1" destOrd="0" parTransId="{AD5C2D69-CD68-420F-A670-DF829A15AFE4}" sibTransId="{2DC8303A-6E4B-4FA6-929A-D48E64AEB5EE}"/>
    <dgm:cxn modelId="{118221B2-3E5F-4336-B1DB-26EC4CAA9115}" srcId="{3238FA3A-F9C2-4540-8313-F4F8D1D1DD20}" destId="{AB929700-08D2-4151-B6C1-5914646A1CC5}" srcOrd="1" destOrd="0" parTransId="{834DADD2-7177-48FC-9894-EEF0A10E3E36}" sibTransId="{3B1DF3A9-DB54-4DEB-A37C-F472E773719F}"/>
    <dgm:cxn modelId="{95CFFFB2-3AF9-4F3F-801D-FB3BD4DD34F0}" type="presOf" srcId="{834DADD2-7177-48FC-9894-EEF0A10E3E36}" destId="{1B4A8A49-484D-47CB-A29A-61A9482EF6F9}" srcOrd="0" destOrd="0" presId="urn:microsoft.com/office/officeart/2008/layout/NameandTitleOrganizationalChart"/>
    <dgm:cxn modelId="{281B3EB3-D476-448E-B052-42ECB2BF5718}" type="presOf" srcId="{5CE00D30-F692-40D3-8334-51A2917C9E1F}" destId="{2FF87534-3286-47CB-A747-B6600FA1B6B2}" srcOrd="0" destOrd="0" presId="urn:microsoft.com/office/officeart/2008/layout/NameandTitleOrganizationalChart"/>
    <dgm:cxn modelId="{143E6DBC-8CCA-4F37-93FA-FA2649FBB857}" type="presOf" srcId="{286E792D-BA39-40DD-96BE-105CAFEE366C}" destId="{9E3CF097-F3CF-43F1-B9B0-45ED71387B22}" srcOrd="0" destOrd="0" presId="urn:microsoft.com/office/officeart/2008/layout/NameandTitleOrganizationalChart"/>
    <dgm:cxn modelId="{913A3DBD-B117-4ABB-A65E-7798D226557A}" srcId="{AB09A7C7-E922-449A-AECE-9E4F81EF1D1E}" destId="{3238FA3A-F9C2-4540-8313-F4F8D1D1DD20}" srcOrd="0" destOrd="0" parTransId="{FE98F618-454F-4FB6-BDBE-B6D50E6B6F78}" sibTransId="{5A6D9185-EA3B-4FE3-BCAF-CE891BB3A6BF}"/>
    <dgm:cxn modelId="{4E9E6AC3-625B-4537-8E4E-BB6A8DB6CCEB}" type="presOf" srcId="{5CE00D30-F692-40D3-8334-51A2917C9E1F}" destId="{3B0EB05D-2CA5-418A-BFA1-591AB6EFB134}" srcOrd="1" destOrd="0" presId="urn:microsoft.com/office/officeart/2008/layout/NameandTitleOrganizationalChart"/>
    <dgm:cxn modelId="{34A086C4-CA2A-4DEC-8F18-8D29E08F32A5}" type="presOf" srcId="{6795997F-7880-4ADD-8D2F-BEDEFC5F6AB4}" destId="{AA5153AA-419A-4687-82A7-C2EB47E294C4}" srcOrd="1" destOrd="0" presId="urn:microsoft.com/office/officeart/2008/layout/NameandTitleOrganizationalChart"/>
    <dgm:cxn modelId="{7A5AC4C4-061B-48CF-B0F0-2F60F39BD4AF}" srcId="{AB67B2E9-813E-4470-95D4-C944AEC84CAC}" destId="{5CE00D30-F692-40D3-8334-51A2917C9E1F}" srcOrd="1" destOrd="0" parTransId="{0B842DA8-A072-4F8E-99A3-364D6FDC5DF4}" sibTransId="{64CB5034-8139-443B-BB8E-D4B308F4A7ED}"/>
    <dgm:cxn modelId="{7BF856C6-1D4E-4EA5-B23D-663440E6D41C}" type="presOf" srcId="{0BA62D80-35B3-43EB-B9F9-72EAD8E6BE32}" destId="{B17ECA0B-46DC-49FF-8468-C950EC3E3998}" srcOrd="0" destOrd="0" presId="urn:microsoft.com/office/officeart/2008/layout/NameandTitleOrganizationalChart"/>
    <dgm:cxn modelId="{BA8127C7-537C-4159-ACD8-E72A73278792}" type="presOf" srcId="{D2EB6E36-E9CC-40BF-BDA0-0AF3F7ADF180}" destId="{EB2BDD25-9F3D-43E6-B019-41686AC148EF}" srcOrd="0" destOrd="0" presId="urn:microsoft.com/office/officeart/2008/layout/NameandTitleOrganizationalChart"/>
    <dgm:cxn modelId="{9B745BCA-7745-4870-88F9-188D12AC785B}" type="presOf" srcId="{AB09A7C7-E922-449A-AECE-9E4F81EF1D1E}" destId="{7656257E-0F62-4F44-834E-560FD84E41CF}" srcOrd="1" destOrd="0" presId="urn:microsoft.com/office/officeart/2008/layout/NameandTitleOrganizationalChart"/>
    <dgm:cxn modelId="{3033AED2-BE9F-4172-8BFE-964906DEF43F}" type="presOf" srcId="{6795997F-7880-4ADD-8D2F-BEDEFC5F6AB4}" destId="{FCB97B9C-5301-4995-A0A4-1CC02D873D2D}" srcOrd="0" destOrd="0" presId="urn:microsoft.com/office/officeart/2008/layout/NameandTitleOrganizationalChart"/>
    <dgm:cxn modelId="{125B81D4-77F4-4620-8850-683CF3C7F06E}" type="presOf" srcId="{E25A6B33-689C-4F03-AAD1-0696676D76AC}" destId="{C4A5577B-3804-4827-8163-927E0A551B69}" srcOrd="0" destOrd="0" presId="urn:microsoft.com/office/officeart/2008/layout/NameandTitleOrganizationalChart"/>
    <dgm:cxn modelId="{9C8EEBDA-7B50-4708-8EDF-77AE8BD9E15A}" type="presOf" srcId="{75846F25-9D13-4AC5-BD33-B706B42EABBC}" destId="{CD24DC29-5745-4B3D-B7A6-1EB52E3F4AE3}" srcOrd="0" destOrd="0" presId="urn:microsoft.com/office/officeart/2008/layout/NameandTitleOrganizationalChart"/>
    <dgm:cxn modelId="{47F6D4EC-5791-433C-A9B5-499B8C65D2C2}" type="presOf" srcId="{D2EB6E36-E9CC-40BF-BDA0-0AF3F7ADF180}" destId="{6EF20446-225B-4743-BE66-6C0F054CDB14}" srcOrd="1" destOrd="0" presId="urn:microsoft.com/office/officeart/2008/layout/NameandTitleOrganizationalChart"/>
    <dgm:cxn modelId="{B01F89FA-9485-43AA-8FA1-3968436D0CB9}" type="presOf" srcId="{65E14408-C66A-4C25-8F67-A8E33539427B}" destId="{9EB04A22-0474-4D2E-891E-5A2EDA4F73B8}" srcOrd="0" destOrd="0" presId="urn:microsoft.com/office/officeart/2008/layout/NameandTitleOrganizationalChart"/>
    <dgm:cxn modelId="{91259DFA-1666-4767-A5B2-DB032943ADD3}" type="presOf" srcId="{61C3067A-FBD0-49FF-BA33-7F28D7B21C82}" destId="{979DCE4A-94FA-4BAE-A00F-01953911BA7C}" srcOrd="0" destOrd="0" presId="urn:microsoft.com/office/officeart/2008/layout/NameandTitleOrganizationalChart"/>
    <dgm:cxn modelId="{C5213275-07CB-447F-808C-D43CF13D7C8E}" type="presParOf" srcId="{83F48FE3-9923-49AE-9485-571EBCE36549}" destId="{F0FD8889-C1F8-427F-AF64-AFDF8372EC8B}" srcOrd="0" destOrd="0" presId="urn:microsoft.com/office/officeart/2008/layout/NameandTitleOrganizationalChart"/>
    <dgm:cxn modelId="{042DF563-D80E-4439-89FA-B209E593C2FB}" type="presParOf" srcId="{F0FD8889-C1F8-427F-AF64-AFDF8372EC8B}" destId="{A1FFFBD6-AF20-44B9-A47A-B344AFDF820D}" srcOrd="0" destOrd="0" presId="urn:microsoft.com/office/officeart/2008/layout/NameandTitleOrganizationalChart"/>
    <dgm:cxn modelId="{FE823AD7-4A3F-4E7A-A2B9-0B7AD236C15B}" type="presParOf" srcId="{A1FFFBD6-AF20-44B9-A47A-B344AFDF820D}" destId="{4D0C1B7D-AC88-428B-8716-55EF118DAE97}" srcOrd="0" destOrd="0" presId="urn:microsoft.com/office/officeart/2008/layout/NameandTitleOrganizationalChart"/>
    <dgm:cxn modelId="{B4DEB998-1F22-4C55-B24E-483B00F5E269}" type="presParOf" srcId="{A1FFFBD6-AF20-44B9-A47A-B344AFDF820D}" destId="{979DCE4A-94FA-4BAE-A00F-01953911BA7C}" srcOrd="1" destOrd="0" presId="urn:microsoft.com/office/officeart/2008/layout/NameandTitleOrganizationalChart"/>
    <dgm:cxn modelId="{2FAE1A2B-B442-45B7-B981-AC4EA634B671}" type="presParOf" srcId="{A1FFFBD6-AF20-44B9-A47A-B344AFDF820D}" destId="{7656257E-0F62-4F44-834E-560FD84E41CF}" srcOrd="2" destOrd="0" presId="urn:microsoft.com/office/officeart/2008/layout/NameandTitleOrganizationalChart"/>
    <dgm:cxn modelId="{CB22A9B5-98D1-4943-8394-A82EA5BD599A}" type="presParOf" srcId="{F0FD8889-C1F8-427F-AF64-AFDF8372EC8B}" destId="{10CB0AD9-22CC-4AA0-8781-506E1485C053}" srcOrd="1" destOrd="0" presId="urn:microsoft.com/office/officeart/2008/layout/NameandTitleOrganizationalChart"/>
    <dgm:cxn modelId="{2D68AC31-96FC-44D9-990B-6E1A38E3DF1E}" type="presParOf" srcId="{F0FD8889-C1F8-427F-AF64-AFDF8372EC8B}" destId="{81B250BD-CB3E-4C10-894C-39DEE9E979F5}" srcOrd="2" destOrd="0" presId="urn:microsoft.com/office/officeart/2008/layout/NameandTitleOrganizationalChart"/>
    <dgm:cxn modelId="{99CB9137-9D53-448E-B87A-140CB0A079AD}" type="presParOf" srcId="{81B250BD-CB3E-4C10-894C-39DEE9E979F5}" destId="{AE394F3A-D5C4-4206-A6A2-E13DC2EEDECA}" srcOrd="0" destOrd="0" presId="urn:microsoft.com/office/officeart/2008/layout/NameandTitleOrganizationalChart"/>
    <dgm:cxn modelId="{6054FDEE-F82D-4211-80EE-29D9A9223F89}" type="presParOf" srcId="{81B250BD-CB3E-4C10-894C-39DEE9E979F5}" destId="{8F3B017F-558E-42D9-A163-F51C96268EEC}" srcOrd="1" destOrd="0" presId="urn:microsoft.com/office/officeart/2008/layout/NameandTitleOrganizationalChart"/>
    <dgm:cxn modelId="{3DB3973A-616F-400F-8938-5A0D0C3955F3}" type="presParOf" srcId="{8F3B017F-558E-42D9-A163-F51C96268EEC}" destId="{00820E71-C795-4B9E-BE60-A4641978C9DC}" srcOrd="0" destOrd="0" presId="urn:microsoft.com/office/officeart/2008/layout/NameandTitleOrganizationalChart"/>
    <dgm:cxn modelId="{049472FB-BFBC-4900-A5F5-282B06B51365}" type="presParOf" srcId="{00820E71-C795-4B9E-BE60-A4641978C9DC}" destId="{958A7F1A-59A1-47A8-A6C1-357B14F0478B}" srcOrd="0" destOrd="0" presId="urn:microsoft.com/office/officeart/2008/layout/NameandTitleOrganizationalChart"/>
    <dgm:cxn modelId="{E6E36E70-226C-4C40-8F77-87E308E80A78}" type="presParOf" srcId="{00820E71-C795-4B9E-BE60-A4641978C9DC}" destId="{59D899C1-73C3-4155-BBB9-2A8D4B5D8F29}" srcOrd="1" destOrd="0" presId="urn:microsoft.com/office/officeart/2008/layout/NameandTitleOrganizationalChart"/>
    <dgm:cxn modelId="{D68F22A6-91C3-4D7D-B3F6-B31E7919C03B}" type="presParOf" srcId="{00820E71-C795-4B9E-BE60-A4641978C9DC}" destId="{075093C7-B47E-4D50-80BC-9BB31C7B8DCE}" srcOrd="2" destOrd="0" presId="urn:microsoft.com/office/officeart/2008/layout/NameandTitleOrganizationalChart"/>
    <dgm:cxn modelId="{01360BE3-B41C-4BB1-A6F1-47726D454F24}" type="presParOf" srcId="{8F3B017F-558E-42D9-A163-F51C96268EEC}" destId="{7984AEBE-9664-41A5-B905-7084B0C0AED6}" srcOrd="1" destOrd="0" presId="urn:microsoft.com/office/officeart/2008/layout/NameandTitleOrganizationalChart"/>
    <dgm:cxn modelId="{15196DB1-FB08-4C75-A973-34ECCA82024D}" type="presParOf" srcId="{7984AEBE-9664-41A5-B905-7084B0C0AED6}" destId="{B17ECA0B-46DC-49FF-8468-C950EC3E3998}" srcOrd="0" destOrd="0" presId="urn:microsoft.com/office/officeart/2008/layout/NameandTitleOrganizationalChart"/>
    <dgm:cxn modelId="{9FD12533-211C-4945-AAC5-2CB4A114FE01}" type="presParOf" srcId="{7984AEBE-9664-41A5-B905-7084B0C0AED6}" destId="{5780F4D6-3439-4AA3-92CE-73C205A34DB9}" srcOrd="1" destOrd="0" presId="urn:microsoft.com/office/officeart/2008/layout/NameandTitleOrganizationalChart"/>
    <dgm:cxn modelId="{C4270D99-BED4-43CD-978D-EF544A4E1419}" type="presParOf" srcId="{5780F4D6-3439-4AA3-92CE-73C205A34DB9}" destId="{C8B9190E-D4D7-4EC5-B55F-B0F8D06BAE98}" srcOrd="0" destOrd="0" presId="urn:microsoft.com/office/officeart/2008/layout/NameandTitleOrganizationalChart"/>
    <dgm:cxn modelId="{129AA5D6-0E79-4AE2-BC17-BB303C0F30EF}" type="presParOf" srcId="{C8B9190E-D4D7-4EC5-B55F-B0F8D06BAE98}" destId="{E91AF8E5-924E-471A-9365-61FB04115233}" srcOrd="0" destOrd="0" presId="urn:microsoft.com/office/officeart/2008/layout/NameandTitleOrganizationalChart"/>
    <dgm:cxn modelId="{FBC69DFB-E609-43E5-A00F-ED6E5FFCFA8A}" type="presParOf" srcId="{C8B9190E-D4D7-4EC5-B55F-B0F8D06BAE98}" destId="{BAD80B2D-60B3-47D4-8D08-3146BB7BD9FF}" srcOrd="1" destOrd="0" presId="urn:microsoft.com/office/officeart/2008/layout/NameandTitleOrganizationalChart"/>
    <dgm:cxn modelId="{B5D184DD-AF86-4F2C-A96A-7A92AF16BC58}" type="presParOf" srcId="{C8B9190E-D4D7-4EC5-B55F-B0F8D06BAE98}" destId="{FFB0BA58-BE33-4DE1-AF3A-5D152B3AE4C9}" srcOrd="2" destOrd="0" presId="urn:microsoft.com/office/officeart/2008/layout/NameandTitleOrganizationalChart"/>
    <dgm:cxn modelId="{31F2716B-0C3C-4263-8A19-59F3CB3F5153}" type="presParOf" srcId="{5780F4D6-3439-4AA3-92CE-73C205A34DB9}" destId="{343E876D-2E08-401C-ABF4-9D02F4074561}" srcOrd="1" destOrd="0" presId="urn:microsoft.com/office/officeart/2008/layout/NameandTitleOrganizationalChart"/>
    <dgm:cxn modelId="{72C835D5-2EFC-4AE9-9A5B-E6DD0AAE0C65}" type="presParOf" srcId="{5780F4D6-3439-4AA3-92CE-73C205A34DB9}" destId="{E49D047A-466C-4D2A-9E6F-E9AE42BC45CB}" srcOrd="2" destOrd="0" presId="urn:microsoft.com/office/officeart/2008/layout/NameandTitleOrganizationalChart"/>
    <dgm:cxn modelId="{114AD7E1-ED2E-4BE3-813B-A055C3755F6E}" type="presParOf" srcId="{7984AEBE-9664-41A5-B905-7084B0C0AED6}" destId="{1B4A8A49-484D-47CB-A29A-61A9482EF6F9}" srcOrd="2" destOrd="0" presId="urn:microsoft.com/office/officeart/2008/layout/NameandTitleOrganizationalChart"/>
    <dgm:cxn modelId="{ADE78FC6-CC5F-44C8-877C-712546555619}" type="presParOf" srcId="{7984AEBE-9664-41A5-B905-7084B0C0AED6}" destId="{C8102BEC-788A-48FF-BE80-BD08C0A8A41A}" srcOrd="3" destOrd="0" presId="urn:microsoft.com/office/officeart/2008/layout/NameandTitleOrganizationalChart"/>
    <dgm:cxn modelId="{DBDF5E47-1C06-4B8D-A7E1-54C0D71F3C9E}" type="presParOf" srcId="{C8102BEC-788A-48FF-BE80-BD08C0A8A41A}" destId="{A8D99997-2511-42D0-B3D0-F5EFF8B1A30E}" srcOrd="0" destOrd="0" presId="urn:microsoft.com/office/officeart/2008/layout/NameandTitleOrganizationalChart"/>
    <dgm:cxn modelId="{550BEBDC-9058-44A0-A57F-2D7D1D3DB3C1}" type="presParOf" srcId="{A8D99997-2511-42D0-B3D0-F5EFF8B1A30E}" destId="{33AE8A88-AB8D-407B-AC25-523192C1A03B}" srcOrd="0" destOrd="0" presId="urn:microsoft.com/office/officeart/2008/layout/NameandTitleOrganizationalChart"/>
    <dgm:cxn modelId="{E5DB0EDF-F59F-4FCD-A12B-91A607D2FE7F}" type="presParOf" srcId="{A8D99997-2511-42D0-B3D0-F5EFF8B1A30E}" destId="{2C723A7F-E49C-4069-9D1B-520DF759B816}" srcOrd="1" destOrd="0" presId="urn:microsoft.com/office/officeart/2008/layout/NameandTitleOrganizationalChart"/>
    <dgm:cxn modelId="{F0915330-454C-4C33-B257-8232EA3785A8}" type="presParOf" srcId="{A8D99997-2511-42D0-B3D0-F5EFF8B1A30E}" destId="{47E45A16-7105-496F-BA35-F1040C402063}" srcOrd="2" destOrd="0" presId="urn:microsoft.com/office/officeart/2008/layout/NameandTitleOrganizationalChart"/>
    <dgm:cxn modelId="{2382ABB9-4C6A-4EE0-B71F-1F76D683EEF3}" type="presParOf" srcId="{C8102BEC-788A-48FF-BE80-BD08C0A8A41A}" destId="{F32B8294-6858-4A13-827E-61FC4363B08A}" srcOrd="1" destOrd="0" presId="urn:microsoft.com/office/officeart/2008/layout/NameandTitleOrganizationalChart"/>
    <dgm:cxn modelId="{BCB3FF8B-B408-4512-B77A-67A0E00CAB78}" type="presParOf" srcId="{C8102BEC-788A-48FF-BE80-BD08C0A8A41A}" destId="{375F1440-9D48-4850-BD0E-11066B4C5B47}" srcOrd="2" destOrd="0" presId="urn:microsoft.com/office/officeart/2008/layout/NameandTitleOrganizationalChart"/>
    <dgm:cxn modelId="{F4CA6CED-F31F-45F3-BFDA-49F567DE1224}" type="presParOf" srcId="{7984AEBE-9664-41A5-B905-7084B0C0AED6}" destId="{CD24DC29-5745-4B3D-B7A6-1EB52E3F4AE3}" srcOrd="4" destOrd="0" presId="urn:microsoft.com/office/officeart/2008/layout/NameandTitleOrganizationalChart"/>
    <dgm:cxn modelId="{817B90DA-F01C-4186-860B-C9A01F990EE1}" type="presParOf" srcId="{7984AEBE-9664-41A5-B905-7084B0C0AED6}" destId="{F033941B-B2B7-40F5-AEF4-D283AA25F6EA}" srcOrd="5" destOrd="0" presId="urn:microsoft.com/office/officeart/2008/layout/NameandTitleOrganizationalChart"/>
    <dgm:cxn modelId="{C7A3A7A5-C2F8-47D3-BAB5-748935F55E4A}" type="presParOf" srcId="{F033941B-B2B7-40F5-AEF4-D283AA25F6EA}" destId="{D69FD478-9E4E-4D75-84B7-A217FF4E727C}" srcOrd="0" destOrd="0" presId="urn:microsoft.com/office/officeart/2008/layout/NameandTitleOrganizationalChart"/>
    <dgm:cxn modelId="{8FC238B8-11BA-4187-9D23-9FC16628D1CD}" type="presParOf" srcId="{D69FD478-9E4E-4D75-84B7-A217FF4E727C}" destId="{FCB97B9C-5301-4995-A0A4-1CC02D873D2D}" srcOrd="0" destOrd="0" presId="urn:microsoft.com/office/officeart/2008/layout/NameandTitleOrganizationalChart"/>
    <dgm:cxn modelId="{E88787EB-F27C-420D-87E5-9F2B7C511AB1}" type="presParOf" srcId="{D69FD478-9E4E-4D75-84B7-A217FF4E727C}" destId="{C4A5577B-3804-4827-8163-927E0A551B69}" srcOrd="1" destOrd="0" presId="urn:microsoft.com/office/officeart/2008/layout/NameandTitleOrganizationalChart"/>
    <dgm:cxn modelId="{07F396C8-CFA2-42D3-B04F-26AE862E8D94}" type="presParOf" srcId="{D69FD478-9E4E-4D75-84B7-A217FF4E727C}" destId="{AA5153AA-419A-4687-82A7-C2EB47E294C4}" srcOrd="2" destOrd="0" presId="urn:microsoft.com/office/officeart/2008/layout/NameandTitleOrganizationalChart"/>
    <dgm:cxn modelId="{EA1BF12A-72EE-4297-B3A4-BB4663549718}" type="presParOf" srcId="{F033941B-B2B7-40F5-AEF4-D283AA25F6EA}" destId="{D683F12F-68BE-4B17-A30F-B35FF105E878}" srcOrd="1" destOrd="0" presId="urn:microsoft.com/office/officeart/2008/layout/NameandTitleOrganizationalChart"/>
    <dgm:cxn modelId="{A9C80A8C-3288-441E-A09F-6F67697E1C64}" type="presParOf" srcId="{F033941B-B2B7-40F5-AEF4-D283AA25F6EA}" destId="{EDF06193-D6BB-4353-A35E-68A147F425A0}" srcOrd="2" destOrd="0" presId="urn:microsoft.com/office/officeart/2008/layout/NameandTitleOrganizationalChart"/>
    <dgm:cxn modelId="{070E7C9E-CF54-4A30-BD68-72B93E6F9716}" type="presParOf" srcId="{7984AEBE-9664-41A5-B905-7084B0C0AED6}" destId="{D87DF3AD-5CA7-4590-9F27-2DA6DD1C6C02}" srcOrd="6" destOrd="0" presId="urn:microsoft.com/office/officeart/2008/layout/NameandTitleOrganizationalChart"/>
    <dgm:cxn modelId="{5B2999BE-85FB-4A8D-8A9A-641C2689FEC8}" type="presParOf" srcId="{7984AEBE-9664-41A5-B905-7084B0C0AED6}" destId="{7FC9BAF8-6F2E-4EEC-A561-972A09AAF584}" srcOrd="7" destOrd="0" presId="urn:microsoft.com/office/officeart/2008/layout/NameandTitleOrganizationalChart"/>
    <dgm:cxn modelId="{DE946EA8-9DCE-4833-9AAB-A4973EB4D442}" type="presParOf" srcId="{7FC9BAF8-6F2E-4EEC-A561-972A09AAF584}" destId="{7AC7C939-B937-49CC-BB39-3BFF2C83393C}" srcOrd="0" destOrd="0" presId="urn:microsoft.com/office/officeart/2008/layout/NameandTitleOrganizationalChart"/>
    <dgm:cxn modelId="{1CCAF812-4FD4-4D8C-ACAB-852C593F0DB9}" type="presParOf" srcId="{7AC7C939-B937-49CC-BB39-3BFF2C83393C}" destId="{62AE33D8-DF2F-48F5-A3EB-F682E0624AB8}" srcOrd="0" destOrd="0" presId="urn:microsoft.com/office/officeart/2008/layout/NameandTitleOrganizationalChart"/>
    <dgm:cxn modelId="{D29AE592-03EE-4D26-9731-6245DEBE1C69}" type="presParOf" srcId="{7AC7C939-B937-49CC-BB39-3BFF2C83393C}" destId="{E54928A1-BD0E-4E28-976E-4587604BFFFA}" srcOrd="1" destOrd="0" presId="urn:microsoft.com/office/officeart/2008/layout/NameandTitleOrganizationalChart"/>
    <dgm:cxn modelId="{1022E5B4-99C8-40A7-A873-EF19D595E253}" type="presParOf" srcId="{7AC7C939-B937-49CC-BB39-3BFF2C83393C}" destId="{0D13FB61-9413-48C2-9747-AFC45F90D647}" srcOrd="2" destOrd="0" presId="urn:microsoft.com/office/officeart/2008/layout/NameandTitleOrganizationalChart"/>
    <dgm:cxn modelId="{F5843FC8-AF06-4907-9C17-FAA068D93F4B}" type="presParOf" srcId="{7FC9BAF8-6F2E-4EEC-A561-972A09AAF584}" destId="{25503118-988D-4063-A445-A47994F2F850}" srcOrd="1" destOrd="0" presId="urn:microsoft.com/office/officeart/2008/layout/NameandTitleOrganizationalChart"/>
    <dgm:cxn modelId="{719A0529-72B2-45CC-80A9-28227DCE0ACF}" type="presParOf" srcId="{7FC9BAF8-6F2E-4EEC-A561-972A09AAF584}" destId="{FB23B4CE-3AB3-4F23-920C-633B23F4408F}" srcOrd="2" destOrd="0" presId="urn:microsoft.com/office/officeart/2008/layout/NameandTitleOrganizationalChart"/>
    <dgm:cxn modelId="{C905F694-438E-4BE9-BED3-3C8FF82C4535}" type="presParOf" srcId="{8F3B017F-558E-42D9-A163-F51C96268EEC}" destId="{C348B27B-9E0A-4C0A-BB83-F18DA2BDC80D}" srcOrd="2" destOrd="0" presId="urn:microsoft.com/office/officeart/2008/layout/NameandTitleOrganizationalChart"/>
    <dgm:cxn modelId="{0196A5F2-5790-4760-925A-D5517AD63B92}" type="presParOf" srcId="{83F48FE3-9923-49AE-9485-571EBCE36549}" destId="{1C6189D3-42AC-4909-A26F-088DB62C3BCF}" srcOrd="1" destOrd="0" presId="urn:microsoft.com/office/officeart/2008/layout/NameandTitleOrganizationalChart"/>
    <dgm:cxn modelId="{9DBE2880-DD33-4D04-9A43-35C3DD83B013}" type="presParOf" srcId="{1C6189D3-42AC-4909-A26F-088DB62C3BCF}" destId="{42DABEFE-D209-46D2-AD35-E5198D56A86A}" srcOrd="0" destOrd="0" presId="urn:microsoft.com/office/officeart/2008/layout/NameandTitleOrganizationalChart"/>
    <dgm:cxn modelId="{02751E4F-8A3A-4846-B18E-DC9B1179BE94}" type="presParOf" srcId="{42DABEFE-D209-46D2-AD35-E5198D56A86A}" destId="{2FF87534-3286-47CB-A747-B6600FA1B6B2}" srcOrd="0" destOrd="0" presId="urn:microsoft.com/office/officeart/2008/layout/NameandTitleOrganizationalChart"/>
    <dgm:cxn modelId="{86A57256-E554-4A6F-8A4F-A4B98E973BB5}" type="presParOf" srcId="{42DABEFE-D209-46D2-AD35-E5198D56A86A}" destId="{5489AEAE-DA07-4C73-831A-F019084DF6F5}" srcOrd="1" destOrd="0" presId="urn:microsoft.com/office/officeart/2008/layout/NameandTitleOrganizationalChart"/>
    <dgm:cxn modelId="{6A6D7AF0-8317-4616-B98B-85D620427688}" type="presParOf" srcId="{42DABEFE-D209-46D2-AD35-E5198D56A86A}" destId="{3B0EB05D-2CA5-418A-BFA1-591AB6EFB134}" srcOrd="2" destOrd="0" presId="urn:microsoft.com/office/officeart/2008/layout/NameandTitleOrganizationalChart"/>
    <dgm:cxn modelId="{8B5C2F2C-8102-4554-BC62-C1C47D26CD40}" type="presParOf" srcId="{1C6189D3-42AC-4909-A26F-088DB62C3BCF}" destId="{D8E4CD81-FE34-4A2E-ADD2-6D446F25A978}" srcOrd="1" destOrd="0" presId="urn:microsoft.com/office/officeart/2008/layout/NameandTitleOrganizationalChart"/>
    <dgm:cxn modelId="{38D3BC5C-5E50-4444-B7D3-5065B5612319}" type="presParOf" srcId="{D8E4CD81-FE34-4A2E-ADD2-6D446F25A978}" destId="{9EB04A22-0474-4D2E-891E-5A2EDA4F73B8}" srcOrd="0" destOrd="0" presId="urn:microsoft.com/office/officeart/2008/layout/NameandTitleOrganizationalChart"/>
    <dgm:cxn modelId="{85B1F538-A5AC-4793-9050-0388668D9D1D}" type="presParOf" srcId="{D8E4CD81-FE34-4A2E-ADD2-6D446F25A978}" destId="{192F04CE-10CF-4DE1-894D-74951CF26A6A}" srcOrd="1" destOrd="0" presId="urn:microsoft.com/office/officeart/2008/layout/NameandTitleOrganizationalChart"/>
    <dgm:cxn modelId="{B3A2F042-AEED-42D7-AB11-0E8563C36A13}" type="presParOf" srcId="{192F04CE-10CF-4DE1-894D-74951CF26A6A}" destId="{5CF96076-0608-4AB1-B846-B6351D9AE90D}" srcOrd="0" destOrd="0" presId="urn:microsoft.com/office/officeart/2008/layout/NameandTitleOrganizationalChart"/>
    <dgm:cxn modelId="{A071F5A0-2E4D-461B-9165-A9AC24517A84}" type="presParOf" srcId="{5CF96076-0608-4AB1-B846-B6351D9AE90D}" destId="{9E3CF097-F3CF-43F1-B9B0-45ED71387B22}" srcOrd="0" destOrd="0" presId="urn:microsoft.com/office/officeart/2008/layout/NameandTitleOrganizationalChart"/>
    <dgm:cxn modelId="{93E3D0C3-5A6F-4CE8-B54A-D173AD9CB23F}" type="presParOf" srcId="{5CF96076-0608-4AB1-B846-B6351D9AE90D}" destId="{330DFE44-4EDE-46DF-93F8-7350DF6E10E0}" srcOrd="1" destOrd="0" presId="urn:microsoft.com/office/officeart/2008/layout/NameandTitleOrganizationalChart"/>
    <dgm:cxn modelId="{593203D4-E3A7-434B-BA09-F5E3BED600AF}" type="presParOf" srcId="{5CF96076-0608-4AB1-B846-B6351D9AE90D}" destId="{B101CE1F-B777-44D4-8A8E-1600B0BAC5A2}" srcOrd="2" destOrd="0" presId="urn:microsoft.com/office/officeart/2008/layout/NameandTitleOrganizationalChart"/>
    <dgm:cxn modelId="{2FF5ADB0-8854-4FDD-8A66-32A845CA0A44}" type="presParOf" srcId="{192F04CE-10CF-4DE1-894D-74951CF26A6A}" destId="{64D5744B-5DA6-40E6-ADA3-B803A8868B52}" srcOrd="1" destOrd="0" presId="urn:microsoft.com/office/officeart/2008/layout/NameandTitleOrganizationalChart"/>
    <dgm:cxn modelId="{126AD014-F95B-4194-876F-6286477E5DA4}" type="presParOf" srcId="{192F04CE-10CF-4DE1-894D-74951CF26A6A}" destId="{0DB70471-3C12-4DA9-A950-C12259BB460A}" srcOrd="2" destOrd="0" presId="urn:microsoft.com/office/officeart/2008/layout/NameandTitleOrganizationalChart"/>
    <dgm:cxn modelId="{4A548270-2680-4EB3-8800-E159455E4EE2}" type="presParOf" srcId="{D8E4CD81-FE34-4A2E-ADD2-6D446F25A978}" destId="{D69C03FC-B0EC-4D9E-A95B-4607E504D13A}" srcOrd="2" destOrd="0" presId="urn:microsoft.com/office/officeart/2008/layout/NameandTitleOrganizationalChart"/>
    <dgm:cxn modelId="{FFCCB51F-90BE-408B-8212-57A0E186EFF8}" type="presParOf" srcId="{D8E4CD81-FE34-4A2E-ADD2-6D446F25A978}" destId="{C67B3249-B58C-42C7-B5CD-37CC5A66147E}" srcOrd="3" destOrd="0" presId="urn:microsoft.com/office/officeart/2008/layout/NameandTitleOrganizationalChart"/>
    <dgm:cxn modelId="{0E299C06-F2B8-407B-B4A9-35A11F035A23}" type="presParOf" srcId="{C67B3249-B58C-42C7-B5CD-37CC5A66147E}" destId="{8A2F71DD-2A72-4A58-909F-CFDCF15B7821}" srcOrd="0" destOrd="0" presId="urn:microsoft.com/office/officeart/2008/layout/NameandTitleOrganizationalChart"/>
    <dgm:cxn modelId="{517967F0-426B-4E6E-AD25-BCB00EBFC2BE}" type="presParOf" srcId="{8A2F71DD-2A72-4A58-909F-CFDCF15B7821}" destId="{EB2BDD25-9F3D-43E6-B019-41686AC148EF}" srcOrd="0" destOrd="0" presId="urn:microsoft.com/office/officeart/2008/layout/NameandTitleOrganizationalChart"/>
    <dgm:cxn modelId="{DB3D88A2-3B76-4316-A9F6-9607EA9B7876}" type="presParOf" srcId="{8A2F71DD-2A72-4A58-909F-CFDCF15B7821}" destId="{C5A27DBB-E7B9-4F80-BE97-89A66BF1E088}" srcOrd="1" destOrd="0" presId="urn:microsoft.com/office/officeart/2008/layout/NameandTitleOrganizationalChart"/>
    <dgm:cxn modelId="{BBCE9AD2-C54E-4425-B25D-4E193673C920}" type="presParOf" srcId="{8A2F71DD-2A72-4A58-909F-CFDCF15B7821}" destId="{6EF20446-225B-4743-BE66-6C0F054CDB14}" srcOrd="2" destOrd="0" presId="urn:microsoft.com/office/officeart/2008/layout/NameandTitleOrganizationalChart"/>
    <dgm:cxn modelId="{825671B8-CB48-4EFD-B59C-02661EC43F6C}" type="presParOf" srcId="{C67B3249-B58C-42C7-B5CD-37CC5A66147E}" destId="{F88DD705-5779-46EA-A0B3-A54B72CEC93D}" srcOrd="1" destOrd="0" presId="urn:microsoft.com/office/officeart/2008/layout/NameandTitleOrganizationalChart"/>
    <dgm:cxn modelId="{090D1F33-0AC8-499F-A8BA-0B3632C517A9}" type="presParOf" srcId="{C67B3249-B58C-42C7-B5CD-37CC5A66147E}" destId="{92D89865-3E68-4D29-8C61-1332616487F8}" srcOrd="2" destOrd="0" presId="urn:microsoft.com/office/officeart/2008/layout/NameandTitleOrganizationalChart"/>
    <dgm:cxn modelId="{3FBC7F2B-F097-4AA6-9EAB-3F35B94CBD8D}" type="presParOf" srcId="{D8E4CD81-FE34-4A2E-ADD2-6D446F25A978}" destId="{A919147F-533E-405C-A4DB-9084D81B7822}" srcOrd="4" destOrd="0" presId="urn:microsoft.com/office/officeart/2008/layout/NameandTitleOrganizationalChart"/>
    <dgm:cxn modelId="{C69EDFE2-D646-4965-ADCB-7C6C6AB79E07}" type="presParOf" srcId="{D8E4CD81-FE34-4A2E-ADD2-6D446F25A978}" destId="{FFB55586-8CB4-4E43-8DF0-B6D82816D046}" srcOrd="5" destOrd="0" presId="urn:microsoft.com/office/officeart/2008/layout/NameandTitleOrganizationalChart"/>
    <dgm:cxn modelId="{EB4B2103-D749-41EB-9CF6-66B71AF449AD}" type="presParOf" srcId="{FFB55586-8CB4-4E43-8DF0-B6D82816D046}" destId="{8416AB93-B71C-4DC9-B6CB-2D0F7825E50E}" srcOrd="0" destOrd="0" presId="urn:microsoft.com/office/officeart/2008/layout/NameandTitleOrganizationalChart"/>
    <dgm:cxn modelId="{729788B6-3469-4620-AC94-DFA7D2B9EFCB}" type="presParOf" srcId="{8416AB93-B71C-4DC9-B6CB-2D0F7825E50E}" destId="{63E10F40-523D-4F7C-BBF3-E516F7F80B01}" srcOrd="0" destOrd="0" presId="urn:microsoft.com/office/officeart/2008/layout/NameandTitleOrganizationalChart"/>
    <dgm:cxn modelId="{E5195660-E3E0-4997-B894-162ED2E7CF54}" type="presParOf" srcId="{8416AB93-B71C-4DC9-B6CB-2D0F7825E50E}" destId="{4F08860F-DF4D-4F79-95B8-F4D169F7C295}" srcOrd="1" destOrd="0" presId="urn:microsoft.com/office/officeart/2008/layout/NameandTitleOrganizationalChart"/>
    <dgm:cxn modelId="{D8AEDC61-3627-4E51-A1B7-6C7321BD4916}" type="presParOf" srcId="{8416AB93-B71C-4DC9-B6CB-2D0F7825E50E}" destId="{B7F42585-DDEF-4F55-8D8F-908E5D6EAA2E}" srcOrd="2" destOrd="0" presId="urn:microsoft.com/office/officeart/2008/layout/NameandTitleOrganizationalChart"/>
    <dgm:cxn modelId="{EA7285B8-4D9D-4CE4-B1F5-3ABFBD4E0DA7}" type="presParOf" srcId="{FFB55586-8CB4-4E43-8DF0-B6D82816D046}" destId="{C144FF62-A7B6-4AFA-B7CE-2D2FD8BE4C59}" srcOrd="1" destOrd="0" presId="urn:microsoft.com/office/officeart/2008/layout/NameandTitleOrganizationalChart"/>
    <dgm:cxn modelId="{2E37FBB4-A31C-4989-8664-3612E1B6C995}" type="presParOf" srcId="{FFB55586-8CB4-4E43-8DF0-B6D82816D046}" destId="{CA5252C4-EF49-4968-B224-DF1B3F96D38A}" srcOrd="2" destOrd="0" presId="urn:microsoft.com/office/officeart/2008/layout/NameandTitleOrganizationalChart"/>
    <dgm:cxn modelId="{12682627-72C9-48C7-B02D-80ECA4E06229}" type="presParOf" srcId="{1C6189D3-42AC-4909-A26F-088DB62C3BCF}" destId="{D28169E4-F92A-47BE-880B-3B12D749FEE4}" srcOrd="2" destOrd="0" presId="urn:microsoft.com/office/officeart/2008/layout/NameandTitleOrganizationalChar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919147F-533E-405C-A4DB-9084D81B7822}">
      <dsp:nvSpPr>
        <dsp:cNvPr id="0" name=""/>
        <dsp:cNvSpPr/>
      </dsp:nvSpPr>
      <dsp:spPr>
        <a:xfrm>
          <a:off x="8768852" y="1264332"/>
          <a:ext cx="1660915" cy="877939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35018"/>
              </a:lnTo>
              <a:lnTo>
                <a:pt x="1660915" y="735018"/>
              </a:lnTo>
              <a:lnTo>
                <a:pt x="1660915" y="877939"/>
              </a:lnTo>
            </a:path>
          </a:pathLst>
        </a:custGeom>
        <a:noFill/>
        <a:ln w="1905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9C03FC-B0EC-4D9E-A95B-4607E504D13A}">
      <dsp:nvSpPr>
        <dsp:cNvPr id="0" name=""/>
        <dsp:cNvSpPr/>
      </dsp:nvSpPr>
      <dsp:spPr>
        <a:xfrm>
          <a:off x="8723132" y="1264332"/>
          <a:ext cx="91440" cy="877939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735018"/>
              </a:lnTo>
              <a:lnTo>
                <a:pt x="119466" y="735018"/>
              </a:lnTo>
              <a:lnTo>
                <a:pt x="119466" y="877939"/>
              </a:lnTo>
            </a:path>
          </a:pathLst>
        </a:custGeom>
        <a:noFill/>
        <a:ln w="1905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EB04A22-0474-4D2E-891E-5A2EDA4F73B8}">
      <dsp:nvSpPr>
        <dsp:cNvPr id="0" name=""/>
        <dsp:cNvSpPr/>
      </dsp:nvSpPr>
      <dsp:spPr>
        <a:xfrm>
          <a:off x="7050677" y="1264332"/>
          <a:ext cx="1718175" cy="877939"/>
        </a:xfrm>
        <a:custGeom>
          <a:avLst/>
          <a:gdLst/>
          <a:ahLst/>
          <a:cxnLst/>
          <a:rect l="0" t="0" r="0" b="0"/>
          <a:pathLst>
            <a:path>
              <a:moveTo>
                <a:pt x="1718175" y="0"/>
              </a:moveTo>
              <a:lnTo>
                <a:pt x="1718175" y="735018"/>
              </a:lnTo>
              <a:lnTo>
                <a:pt x="0" y="735018"/>
              </a:lnTo>
              <a:lnTo>
                <a:pt x="0" y="877939"/>
              </a:lnTo>
            </a:path>
          </a:pathLst>
        </a:custGeom>
        <a:noFill/>
        <a:ln w="1905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87DF3AD-5CA7-4590-9F27-2DA6DD1C6C02}">
      <dsp:nvSpPr>
        <dsp:cNvPr id="0" name=""/>
        <dsp:cNvSpPr/>
      </dsp:nvSpPr>
      <dsp:spPr>
        <a:xfrm>
          <a:off x="3377487" y="2834942"/>
          <a:ext cx="2908609" cy="505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857"/>
              </a:lnTo>
              <a:lnTo>
                <a:pt x="2908609" y="362857"/>
              </a:lnTo>
              <a:lnTo>
                <a:pt x="2908609" y="505778"/>
              </a:lnTo>
            </a:path>
          </a:pathLst>
        </a:custGeom>
        <a:noFill/>
        <a:ln w="19050" cap="flat" cmpd="sng" algn="ctr">
          <a:solidFill>
            <a:schemeClr val="accent6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24DC29-5745-4B3D-B7A6-1EB52E3F4AE3}">
      <dsp:nvSpPr>
        <dsp:cNvPr id="0" name=""/>
        <dsp:cNvSpPr/>
      </dsp:nvSpPr>
      <dsp:spPr>
        <a:xfrm>
          <a:off x="3377487" y="2834942"/>
          <a:ext cx="1321439" cy="505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62857"/>
              </a:lnTo>
              <a:lnTo>
                <a:pt x="1321439" y="362857"/>
              </a:lnTo>
              <a:lnTo>
                <a:pt x="1321439" y="505778"/>
              </a:lnTo>
            </a:path>
          </a:pathLst>
        </a:custGeom>
        <a:noFill/>
        <a:ln w="19050" cap="flat" cmpd="sng" algn="ctr">
          <a:solidFill>
            <a:schemeClr val="accent6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B4A8A49-484D-47CB-A29A-61A9482EF6F9}">
      <dsp:nvSpPr>
        <dsp:cNvPr id="0" name=""/>
        <dsp:cNvSpPr/>
      </dsp:nvSpPr>
      <dsp:spPr>
        <a:xfrm>
          <a:off x="3003438" y="2834942"/>
          <a:ext cx="374049" cy="505778"/>
        </a:xfrm>
        <a:custGeom>
          <a:avLst/>
          <a:gdLst/>
          <a:ahLst/>
          <a:cxnLst/>
          <a:rect l="0" t="0" r="0" b="0"/>
          <a:pathLst>
            <a:path>
              <a:moveTo>
                <a:pt x="374049" y="0"/>
              </a:moveTo>
              <a:lnTo>
                <a:pt x="374049" y="362857"/>
              </a:lnTo>
              <a:lnTo>
                <a:pt x="0" y="362857"/>
              </a:lnTo>
              <a:lnTo>
                <a:pt x="0" y="505778"/>
              </a:lnTo>
            </a:path>
          </a:pathLst>
        </a:custGeom>
        <a:noFill/>
        <a:ln w="19050" cap="flat" cmpd="sng" algn="ctr">
          <a:solidFill>
            <a:schemeClr val="accent6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17ECA0B-46DC-49FF-8468-C950EC3E3998}">
      <dsp:nvSpPr>
        <dsp:cNvPr id="0" name=""/>
        <dsp:cNvSpPr/>
      </dsp:nvSpPr>
      <dsp:spPr>
        <a:xfrm>
          <a:off x="942573" y="2834942"/>
          <a:ext cx="2434914" cy="605333"/>
        </a:xfrm>
        <a:custGeom>
          <a:avLst/>
          <a:gdLst/>
          <a:ahLst/>
          <a:cxnLst/>
          <a:rect l="0" t="0" r="0" b="0"/>
          <a:pathLst>
            <a:path>
              <a:moveTo>
                <a:pt x="2434914" y="0"/>
              </a:moveTo>
              <a:lnTo>
                <a:pt x="2434914" y="462412"/>
              </a:lnTo>
              <a:lnTo>
                <a:pt x="0" y="462412"/>
              </a:lnTo>
              <a:lnTo>
                <a:pt x="0" y="605333"/>
              </a:lnTo>
            </a:path>
          </a:pathLst>
        </a:custGeom>
        <a:noFill/>
        <a:ln w="19050" cap="flat" cmpd="sng" algn="ctr">
          <a:solidFill>
            <a:schemeClr val="accent6">
              <a:tint val="7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394F3A-D5C4-4206-A6A2-E13DC2EEDECA}">
      <dsp:nvSpPr>
        <dsp:cNvPr id="0" name=""/>
        <dsp:cNvSpPr/>
      </dsp:nvSpPr>
      <dsp:spPr>
        <a:xfrm>
          <a:off x="2160461" y="1510050"/>
          <a:ext cx="625513" cy="101863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18633"/>
              </a:lnTo>
              <a:lnTo>
                <a:pt x="625513" y="1018633"/>
              </a:lnTo>
            </a:path>
          </a:pathLst>
        </a:custGeom>
        <a:noFill/>
        <a:ln w="1905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D0C1B7D-AC88-428B-8716-55EF118DAE97}">
      <dsp:nvSpPr>
        <dsp:cNvPr id="0" name=""/>
        <dsp:cNvSpPr/>
      </dsp:nvSpPr>
      <dsp:spPr>
        <a:xfrm>
          <a:off x="1431611" y="802677"/>
          <a:ext cx="1457700" cy="707372"/>
        </a:xfrm>
        <a:prstGeom prst="rect">
          <a:avLst/>
        </a:prstGeom>
        <a:solidFill>
          <a:schemeClr val="accent6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Coord. Geral</a:t>
          </a:r>
        </a:p>
      </dsp:txBody>
      <dsp:txXfrm>
        <a:off x="1431611" y="802677"/>
        <a:ext cx="1457700" cy="707372"/>
      </dsp:txXfrm>
    </dsp:sp>
    <dsp:sp modelId="{979DCE4A-94FA-4BAE-A00F-01953911BA7C}">
      <dsp:nvSpPr>
        <dsp:cNvPr id="0" name=""/>
        <dsp:cNvSpPr/>
      </dsp:nvSpPr>
      <dsp:spPr>
        <a:xfrm>
          <a:off x="2148856" y="1475493"/>
          <a:ext cx="1064722" cy="269624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Lucimar Souza</a:t>
          </a:r>
        </a:p>
      </dsp:txBody>
      <dsp:txXfrm>
        <a:off x="2148856" y="1475493"/>
        <a:ext cx="1064722" cy="269624"/>
      </dsp:txXfrm>
    </dsp:sp>
    <dsp:sp modelId="{958A7F1A-59A1-47A8-A6C1-357B14F0478B}">
      <dsp:nvSpPr>
        <dsp:cNvPr id="0" name=""/>
        <dsp:cNvSpPr/>
      </dsp:nvSpPr>
      <dsp:spPr>
        <a:xfrm>
          <a:off x="2785974" y="2222424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Coord. Técnica</a:t>
          </a:r>
        </a:p>
      </dsp:txBody>
      <dsp:txXfrm>
        <a:off x="2785974" y="2222424"/>
        <a:ext cx="1183025" cy="612518"/>
      </dsp:txXfrm>
    </dsp:sp>
    <dsp:sp modelId="{59D899C1-73C3-4155-BBB9-2A8D4B5D8F29}">
      <dsp:nvSpPr>
        <dsp:cNvPr id="0" name=""/>
        <dsp:cNvSpPr/>
      </dsp:nvSpPr>
      <dsp:spPr>
        <a:xfrm>
          <a:off x="2588268" y="2546948"/>
          <a:ext cx="1933345" cy="50793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tint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Edivan Carvalho – Belém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i="0" u="none" kern="1200" dirty="0"/>
            <a:t>Analista de </a:t>
          </a:r>
          <a:r>
            <a:rPr lang="pt-BR" sz="800" b="0" i="0" u="none" kern="1200" dirty="0" err="1"/>
            <a:t>geo</a:t>
          </a:r>
          <a:r>
            <a:rPr lang="pt-BR" sz="800" b="0" i="0" u="none" kern="1200" dirty="0"/>
            <a:t> – demandas (TBD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Pesquisador – coord. </a:t>
          </a:r>
          <a:r>
            <a:rPr lang="pt-BR" sz="800" kern="1200"/>
            <a:t>técnico </a:t>
          </a:r>
          <a:r>
            <a:rPr lang="pt-BR" sz="800" kern="1200" dirty="0"/>
            <a:t>(TBD)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Pesquisadora/Monitoramento</a:t>
          </a:r>
        </a:p>
      </dsp:txBody>
      <dsp:txXfrm>
        <a:off x="2588268" y="2546948"/>
        <a:ext cx="1933345" cy="507930"/>
      </dsp:txXfrm>
    </dsp:sp>
    <dsp:sp modelId="{E91AF8E5-924E-471A-9365-61FB04115233}">
      <dsp:nvSpPr>
        <dsp:cNvPr id="0" name=""/>
        <dsp:cNvSpPr/>
      </dsp:nvSpPr>
      <dsp:spPr>
        <a:xfrm>
          <a:off x="351060" y="3440276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Escritório Brasília</a:t>
          </a:r>
        </a:p>
      </dsp:txBody>
      <dsp:txXfrm>
        <a:off x="351060" y="3440276"/>
        <a:ext cx="1183025" cy="612518"/>
      </dsp:txXfrm>
    </dsp:sp>
    <dsp:sp modelId="{BAD80B2D-60B3-47D4-8D08-3146BB7BD9FF}">
      <dsp:nvSpPr>
        <dsp:cNvPr id="0" name=""/>
        <dsp:cNvSpPr/>
      </dsp:nvSpPr>
      <dsp:spPr>
        <a:xfrm>
          <a:off x="246453" y="4007408"/>
          <a:ext cx="2012113" cy="1356088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t" anchorCtr="0">
          <a:noAutofit/>
        </a:bodyPr>
        <a:lstStyle/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kern="1200" dirty="0" err="1"/>
            <a:t>Valderli</a:t>
          </a:r>
          <a:r>
            <a:rPr lang="pt-BR" sz="800" b="0" kern="1200" dirty="0"/>
            <a:t> </a:t>
          </a:r>
          <a:r>
            <a:rPr lang="pt-BR" sz="800" b="0" kern="1200" dirty="0" err="1"/>
            <a:t>Piontekowski</a:t>
          </a:r>
          <a:endParaRPr lang="pt-BR" sz="800" b="0" kern="1200" dirty="0"/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i="0" u="none" kern="1200" dirty="0"/>
            <a:t>Analista de desenvolvimento </a:t>
          </a:r>
          <a:r>
            <a:rPr lang="pt-BR" sz="800" b="0" i="0" u="none" kern="1200" dirty="0" err="1"/>
            <a:t>Backend</a:t>
          </a:r>
          <a:r>
            <a:rPr lang="pt-BR" sz="800" b="0" i="0" u="none" kern="1200" dirty="0"/>
            <a:t> (TBD)</a:t>
          </a:r>
          <a:endParaRPr lang="pt-BR" sz="800" kern="1200" dirty="0"/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i="0" u="none" kern="1200" dirty="0"/>
            <a:t>Analista de desenvolvimento </a:t>
          </a:r>
          <a:r>
            <a:rPr lang="pt-BR" sz="800" b="0" i="0" u="none" kern="1200" dirty="0" err="1"/>
            <a:t>frontend</a:t>
          </a:r>
          <a:r>
            <a:rPr lang="pt-BR" sz="800" b="0" i="0" u="none" kern="1200" dirty="0"/>
            <a:t> (TBD)</a:t>
          </a:r>
          <a:endParaRPr lang="pt-BR" sz="800" kern="1200" dirty="0"/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i="0" u="none" kern="1200" dirty="0"/>
            <a:t>Analista de </a:t>
          </a:r>
          <a:r>
            <a:rPr lang="pt-BR" sz="800" b="0" i="0" u="none" kern="1200" dirty="0" err="1"/>
            <a:t>geo</a:t>
          </a:r>
          <a:r>
            <a:rPr lang="pt-BR" sz="800" b="0" i="0" u="none" kern="1200" dirty="0"/>
            <a:t> – plataforma (TBD)</a:t>
          </a:r>
          <a:endParaRPr lang="pt-BR" sz="800" kern="1200" dirty="0"/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b="0" i="0" u="none" kern="1200" dirty="0"/>
            <a:t>Desenvolvedor de banco de dados (TBD)</a:t>
          </a:r>
          <a:endParaRPr lang="pt-BR" sz="800" kern="1200" dirty="0"/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Analista de Comunicação (TBD)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Diretor Executivo (Contrapartida)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Diretor Sênior PPDT (Contrapartida)</a:t>
          </a:r>
        </a:p>
      </dsp:txBody>
      <dsp:txXfrm>
        <a:off x="246453" y="4007408"/>
        <a:ext cx="2012113" cy="1356088"/>
      </dsp:txXfrm>
    </dsp:sp>
    <dsp:sp modelId="{33AE8A88-AB8D-407B-AC25-523192C1A03B}">
      <dsp:nvSpPr>
        <dsp:cNvPr id="0" name=""/>
        <dsp:cNvSpPr/>
      </dsp:nvSpPr>
      <dsp:spPr>
        <a:xfrm>
          <a:off x="2411925" y="334072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Escritório Altamira</a:t>
          </a:r>
        </a:p>
      </dsp:txBody>
      <dsp:txXfrm>
        <a:off x="2411925" y="3340721"/>
        <a:ext cx="1183025" cy="612518"/>
      </dsp:txXfrm>
    </dsp:sp>
    <dsp:sp modelId="{2C723A7F-E49C-4069-9D1B-520DF759B816}">
      <dsp:nvSpPr>
        <dsp:cNvPr id="0" name=""/>
        <dsp:cNvSpPr/>
      </dsp:nvSpPr>
      <dsp:spPr>
        <a:xfrm>
          <a:off x="2540210" y="3802922"/>
          <a:ext cx="1281362" cy="342117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900" kern="1200" dirty="0"/>
            <a:t>Elisangela </a:t>
          </a:r>
          <a:r>
            <a:rPr lang="pt-BR" sz="900" kern="1200" dirty="0" err="1"/>
            <a:t>Trzeciak</a:t>
          </a:r>
          <a:endParaRPr lang="pt-BR" sz="900" kern="1200" dirty="0"/>
        </a:p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900" kern="1200" dirty="0" err="1"/>
            <a:t>Thaynara</a:t>
          </a:r>
          <a:r>
            <a:rPr lang="pt-BR" sz="900" kern="1200" dirty="0"/>
            <a:t> Cavalcante</a:t>
          </a:r>
        </a:p>
      </dsp:txBody>
      <dsp:txXfrm>
        <a:off x="2540210" y="3802922"/>
        <a:ext cx="1281362" cy="342117"/>
      </dsp:txXfrm>
    </dsp:sp>
    <dsp:sp modelId="{FCB97B9C-5301-4995-A0A4-1CC02D873D2D}">
      <dsp:nvSpPr>
        <dsp:cNvPr id="0" name=""/>
        <dsp:cNvSpPr/>
      </dsp:nvSpPr>
      <dsp:spPr>
        <a:xfrm>
          <a:off x="4107414" y="334072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1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Escritório Santarém</a:t>
          </a:r>
        </a:p>
      </dsp:txBody>
      <dsp:txXfrm>
        <a:off x="4107414" y="3340721"/>
        <a:ext cx="1183025" cy="612518"/>
      </dsp:txXfrm>
    </dsp:sp>
    <dsp:sp modelId="{C4A5577B-3804-4827-8163-927E0A551B69}">
      <dsp:nvSpPr>
        <dsp:cNvPr id="0" name=""/>
        <dsp:cNvSpPr/>
      </dsp:nvSpPr>
      <dsp:spPr>
        <a:xfrm>
          <a:off x="4333883" y="3843351"/>
          <a:ext cx="1064722" cy="38176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1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320" tIns="5080" rIns="20320" bIns="5080" numCol="1" spcCol="1270" anchor="ctr" anchorCtr="0">
          <a:noAutofit/>
        </a:bodyPr>
        <a:lstStyle/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 err="1"/>
            <a:t>Alcilene</a:t>
          </a:r>
          <a:r>
            <a:rPr lang="pt-BR" sz="800" kern="1200" dirty="0"/>
            <a:t> Magalhaes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Pesquisador (TBD</a:t>
          </a:r>
        </a:p>
        <a:p>
          <a:pPr marL="0" lvl="0" indent="0" algn="r" defTabSz="35560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800" kern="1200" dirty="0"/>
            <a:t>Apoio Logístico (TBD)</a:t>
          </a:r>
        </a:p>
      </dsp:txBody>
      <dsp:txXfrm>
        <a:off x="4333883" y="3843351"/>
        <a:ext cx="1064722" cy="381760"/>
      </dsp:txXfrm>
    </dsp:sp>
    <dsp:sp modelId="{62AE33D8-DF2F-48F5-A3EB-F682E0624AB8}">
      <dsp:nvSpPr>
        <dsp:cNvPr id="0" name=""/>
        <dsp:cNvSpPr/>
      </dsp:nvSpPr>
      <dsp:spPr>
        <a:xfrm>
          <a:off x="5694584" y="334072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Escritório Amapá</a:t>
          </a:r>
        </a:p>
      </dsp:txBody>
      <dsp:txXfrm>
        <a:off x="5694584" y="3340721"/>
        <a:ext cx="1183025" cy="612518"/>
      </dsp:txXfrm>
    </dsp:sp>
    <dsp:sp modelId="{E54928A1-BD0E-4E28-976E-4587604BFFFA}">
      <dsp:nvSpPr>
        <dsp:cNvPr id="0" name=""/>
        <dsp:cNvSpPr/>
      </dsp:nvSpPr>
      <dsp:spPr>
        <a:xfrm>
          <a:off x="5931189" y="3848828"/>
          <a:ext cx="1064722" cy="32699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2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900" kern="1200" dirty="0"/>
            <a:t>Pesquisador (TBD)</a:t>
          </a:r>
        </a:p>
        <a:p>
          <a:pPr marL="0" lvl="0" indent="0" algn="r" defTabSz="400050">
            <a:lnSpc>
              <a:spcPct val="100000"/>
            </a:lnSpc>
            <a:spcBef>
              <a:spcPct val="0"/>
            </a:spcBef>
            <a:spcAft>
              <a:spcPts val="0"/>
            </a:spcAft>
            <a:buNone/>
          </a:pPr>
          <a:r>
            <a:rPr lang="pt-BR" sz="900" kern="1200" dirty="0"/>
            <a:t>Apoio Logístico (TBD)</a:t>
          </a:r>
        </a:p>
      </dsp:txBody>
      <dsp:txXfrm>
        <a:off x="5931189" y="3848828"/>
        <a:ext cx="1064722" cy="326990"/>
      </dsp:txXfrm>
    </dsp:sp>
    <dsp:sp modelId="{2FF87534-3286-47CB-A747-B6600FA1B6B2}">
      <dsp:nvSpPr>
        <dsp:cNvPr id="0" name=""/>
        <dsp:cNvSpPr/>
      </dsp:nvSpPr>
      <dsp:spPr>
        <a:xfrm>
          <a:off x="8177339" y="651814"/>
          <a:ext cx="1183025" cy="612518"/>
        </a:xfrm>
        <a:prstGeom prst="rect">
          <a:avLst/>
        </a:prstGeom>
        <a:solidFill>
          <a:schemeClr val="accent6">
            <a:alpha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Coord. Administrativa</a:t>
          </a:r>
        </a:p>
      </dsp:txBody>
      <dsp:txXfrm>
        <a:off x="8177339" y="651814"/>
        <a:ext cx="1183025" cy="612518"/>
      </dsp:txXfrm>
    </dsp:sp>
    <dsp:sp modelId="{5489AEAE-DA07-4C73-831A-F019084DF6F5}">
      <dsp:nvSpPr>
        <dsp:cNvPr id="0" name=""/>
        <dsp:cNvSpPr/>
      </dsp:nvSpPr>
      <dsp:spPr>
        <a:xfrm>
          <a:off x="8715669" y="1199677"/>
          <a:ext cx="1064722" cy="2041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Vitor Amancio</a:t>
          </a:r>
        </a:p>
      </dsp:txBody>
      <dsp:txXfrm>
        <a:off x="8715669" y="1199677"/>
        <a:ext cx="1064722" cy="204172"/>
      </dsp:txXfrm>
    </dsp:sp>
    <dsp:sp modelId="{9E3CF097-F3CF-43F1-B9B0-45ED71387B22}">
      <dsp:nvSpPr>
        <dsp:cNvPr id="0" name=""/>
        <dsp:cNvSpPr/>
      </dsp:nvSpPr>
      <dsp:spPr>
        <a:xfrm>
          <a:off x="6459164" y="214227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26667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Controladoria</a:t>
          </a:r>
        </a:p>
      </dsp:txBody>
      <dsp:txXfrm>
        <a:off x="6459164" y="2142271"/>
        <a:ext cx="1183025" cy="612518"/>
      </dsp:txXfrm>
    </dsp:sp>
    <dsp:sp modelId="{330DFE44-4EDE-46DF-93F8-7350DF6E10E0}">
      <dsp:nvSpPr>
        <dsp:cNvPr id="0" name=""/>
        <dsp:cNvSpPr/>
      </dsp:nvSpPr>
      <dsp:spPr>
        <a:xfrm>
          <a:off x="6720039" y="2610022"/>
          <a:ext cx="1474225" cy="40142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26667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/>
            <a:t>Analista </a:t>
          </a:r>
          <a:r>
            <a:rPr lang="pt-BR" sz="900" kern="1200" dirty="0"/>
            <a:t>de Controladoria (TBD)</a:t>
          </a:r>
        </a:p>
      </dsp:txBody>
      <dsp:txXfrm>
        <a:off x="6720039" y="2610022"/>
        <a:ext cx="1474225" cy="401421"/>
      </dsp:txXfrm>
    </dsp:sp>
    <dsp:sp modelId="{EB2BDD25-9F3D-43E6-B019-41686AC148EF}">
      <dsp:nvSpPr>
        <dsp:cNvPr id="0" name=""/>
        <dsp:cNvSpPr/>
      </dsp:nvSpPr>
      <dsp:spPr>
        <a:xfrm>
          <a:off x="8251085" y="214227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33333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Financeiro</a:t>
          </a:r>
        </a:p>
      </dsp:txBody>
      <dsp:txXfrm>
        <a:off x="8251085" y="2142271"/>
        <a:ext cx="1183025" cy="612518"/>
      </dsp:txXfrm>
    </dsp:sp>
    <dsp:sp modelId="{C5A27DBB-E7B9-4F80-BE97-89A66BF1E088}">
      <dsp:nvSpPr>
        <dsp:cNvPr id="0" name=""/>
        <dsp:cNvSpPr/>
      </dsp:nvSpPr>
      <dsp:spPr>
        <a:xfrm>
          <a:off x="8487690" y="2618674"/>
          <a:ext cx="1064722" cy="204172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33333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Leonardo Martins</a:t>
          </a:r>
        </a:p>
      </dsp:txBody>
      <dsp:txXfrm>
        <a:off x="8487690" y="2618674"/>
        <a:ext cx="1064722" cy="204172"/>
      </dsp:txXfrm>
    </dsp:sp>
    <dsp:sp modelId="{63E10F40-523D-4F7C-BBF3-E516F7F80B01}">
      <dsp:nvSpPr>
        <dsp:cNvPr id="0" name=""/>
        <dsp:cNvSpPr/>
      </dsp:nvSpPr>
      <dsp:spPr>
        <a:xfrm>
          <a:off x="9838255" y="2142271"/>
          <a:ext cx="1183025" cy="612518"/>
        </a:xfrm>
        <a:prstGeom prst="rect">
          <a:avLst/>
        </a:prstGeom>
        <a:solidFill>
          <a:schemeClr val="accent6">
            <a:alpha val="90000"/>
            <a:hueOff val="0"/>
            <a:satOff val="0"/>
            <a:lumOff val="0"/>
            <a:alphaOff val="-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890" tIns="8890" rIns="8890" bIns="86433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1400" kern="1200" dirty="0"/>
            <a:t>Compras e Contratos</a:t>
          </a:r>
        </a:p>
      </dsp:txBody>
      <dsp:txXfrm>
        <a:off x="9838255" y="2142271"/>
        <a:ext cx="1183025" cy="612518"/>
      </dsp:txXfrm>
    </dsp:sp>
    <dsp:sp modelId="{4F08860F-DF4D-4F79-95B8-F4D169F7C295}">
      <dsp:nvSpPr>
        <dsp:cNvPr id="0" name=""/>
        <dsp:cNvSpPr/>
      </dsp:nvSpPr>
      <dsp:spPr>
        <a:xfrm>
          <a:off x="10106126" y="2639596"/>
          <a:ext cx="1083983" cy="56374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6">
              <a:alpha val="90000"/>
              <a:hueOff val="0"/>
              <a:satOff val="0"/>
              <a:lumOff val="0"/>
              <a:alphaOff val="-40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2860" tIns="5715" rIns="22860" bIns="5715" numCol="1" spcCol="1270" anchor="ctr" anchorCtr="0">
          <a:noAutofit/>
        </a:bodyPr>
        <a:lstStyle/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Marcos Jesus</a:t>
          </a:r>
        </a:p>
        <a:p>
          <a:pPr marL="0" lvl="0" indent="0" algn="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pt-BR" sz="900" kern="1200" dirty="0"/>
            <a:t>Analista de Compras (TBD)</a:t>
          </a:r>
        </a:p>
      </dsp:txBody>
      <dsp:txXfrm>
        <a:off x="10106126" y="2639596"/>
        <a:ext cx="1083983" cy="56374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NameandTitleOrganizationalChart">
  <dgm:title val=""/>
  <dgm:desc val=""/>
  <dgm:catLst>
    <dgm:cat type="hierarchy" pri="125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 fact="0.9"/>
                  <dgm:constr type="l" for="ch" forName="titleText1" refType="w" fact="0.2"/>
                  <dgm:constr type="t" for="ch" forName="titleText1" refType="h" fact="0.7"/>
                  <dgm:constr type="w" for="ch" forName="titleText1" refType="w" fact="0.9"/>
                  <dgm:constr type="h" for="ch" forName="titleText1" refType="h" fact="0.3"/>
                  <dgm:constr type="primFontSz" for="des" forName="titleText1" refType="primFontSz" refFor="des" refForName="rootText1" op="lte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Max/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h" fact="0.4"/>
              </dgm:constrLst>
              <dgm:ruleLst>
                <dgm:rule type="primFontSz" val="5" fact="NaN" max="NaN"/>
              </dgm:ruleLst>
            </dgm:layoutNode>
            <dgm:layoutNode name="titleText1" styleLbl="fgAcc0">
              <dgm:varLst>
                <dgm:chMax val="0"/>
                <dgm:chPref val="0"/>
              </dgm:varLst>
              <dgm:alg type="tx">
                <dgm:param type="parTxLTRAlign" val="r"/>
              </dgm:alg>
              <dgm:shape xmlns:r="http://schemas.openxmlformats.org/officeDocument/2006/relationships" type="rect" r:blip="">
                <dgm:adjLst/>
              </dgm:shape>
              <dgm:presOf axis="followSib" ptType="sibTrans" hideLastTrans="0" cnt="1"/>
              <dgm:constrLst>
                <dgm:constr type="primFontSz" val="65"/>
                <dgm:constr type="lMarg" refType="primFontSz" fact="0.2"/>
                <dgm:constr type="rMarg" refType="primFontSz" fact="0.2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1" func="var" arg="hierBranch" op="equ" val="hang">
                    <dgm:layoutNode name="Name42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3">
                    <dgm:layoutNode name="Name44">
                      <dgm:choose name="Name45">
                        <dgm:if name="Name46" axis="self" func="depth" op="lte" val="2">
                          <dgm:choose name="Name47">
                            <dgm:if name="Name4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4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0">
                          <dgm:choose name="Name51">
                            <dgm:if name="Name52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3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54">
                  <dgm:if name="Name55" func="var" arg="hierBranch" op="equ" val="l">
                    <dgm:choose name="Name56">
                      <dgm:if name="Name57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58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59" func="var" arg="hierBranch" op="equ" val="r">
                    <dgm:choose name="Name60">
                      <dgm:if name="Name61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2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3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64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65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66">
                    <dgm:if name="Name67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8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69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70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 fact="0.9"/>
                        <dgm:constr type="l" for="ch" forName="titleText2" refType="w" fact="0.2"/>
                        <dgm:constr type="t" for="ch" forName="titleText2" refType="h" fact="0.7"/>
                        <dgm:constr type="w" for="ch" forName="titleText2" refType="w" fact="0.9"/>
                        <dgm:constr type="h" for="ch" forName="titleText2" refType="h" fact="0.3"/>
                        <dgm:constr type="primFontSz" for="des" forName="titleText2" refType="primFontSz" refFor="des" refForName="rootText1" op="lte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 styleLbl="node1">
                    <dgm:varLst>
                      <dgm:chMax/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2" styleLbl="fgAcc1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71">
                    <dgm:if name="Name72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73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74" func="var" arg="hierBranch" op="equ" val="hang">
                      <dgm:choose name="Name75">
                        <dgm:if name="Name76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77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78" func="var" arg="hierBranch" op="equ" val="std">
                      <dgm:choose name="Name79">
                        <dgm:if name="Name80" func="var" arg="dir" op="equ" val="norm">
                          <dgm:alg type="hierChild"/>
                        </dgm:if>
                        <dgm:else name="Name81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82" func="var" arg="hierBranch" op="equ" val="init">
                      <dgm:choose name="Name83">
                        <dgm:if name="Name84" func="var" arg="dir" op="equ" val="norm">
                          <dgm:alg type="hierChild"/>
                        </dgm:if>
                        <dgm:else name="Name85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else name="Name86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87" ref="rep2a"/>
                </dgm:layoutNode>
                <dgm:layoutNode name="hierChild5">
                  <dgm:choose name="Name88">
                    <dgm:if name="Name89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90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91" ref="rep2b"/>
                </dgm:layoutNode>
              </dgm:layoutNode>
            </dgm:forEach>
          </dgm:layoutNode>
          <dgm:layoutNode name="hierChild3">
            <dgm:choose name="Name92">
              <dgm:if name="Name93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94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95" axis="precedSib" ptType="parTrans" st="-1" cnt="1">
                <dgm:layoutNode name="Name96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97">
                  <dgm:if name="Name98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99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0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01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02" func="var" arg="hierBranch" op="equ" val="init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else name="Name103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04">
                    <dgm:if name="Name105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6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07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08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 fact="0.9"/>
                        <dgm:constr type="l" for="ch" forName="titleText3" refType="w" fact="0.2"/>
                        <dgm:constr type="t" for="ch" forName="titleText3" refType="h" fact="0.7"/>
                        <dgm:constr type="w" for="ch" forName="titleText3" refType="w" fact="0.9"/>
                        <dgm:constr type="h" for="ch" forName="titleText3" refType="h" fact="0.3"/>
                        <dgm:constr type="primFontSz" for="des" forName="titleText3" refType="primFontSz" refFor="des" refForName="rootText3" op="lte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 styleLbl="asst1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h" fact="0.4"/>
                    </dgm:constrLst>
                    <dgm:ruleLst>
                      <dgm:rule type="primFontSz" val="5" fact="NaN" max="NaN"/>
                    </dgm:ruleLst>
                  </dgm:layoutNode>
                  <dgm:layoutNode name="titleText3" styleLbl="fgAcc2">
                    <dgm:varLst>
                      <dgm:chMax val="0"/>
                      <dgm:chPref val="0"/>
                    </dgm:varLst>
                    <dgm:alg type="tx">
                      <dgm:param type="parTxLTRAlign" val="r"/>
                    </dgm:alg>
                    <dgm:shape xmlns:r="http://schemas.openxmlformats.org/officeDocument/2006/relationships" type="rect" r:blip="">
                      <dgm:adjLst/>
                    </dgm:shape>
                    <dgm:presOf axis="followSib" ptType="sibTrans" hideLastTrans="0" cnt="1"/>
                    <dgm:constrLst>
                      <dgm:constr type="primFontSz" val="65"/>
                      <dgm:constr type="lMarg" refType="primFontSz" fact="0.2"/>
                      <dgm:constr type="rMarg" refType="primFontSz" fact="0.2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09">
                    <dgm:if name="Name110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11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12" func="var" arg="hierBranch" op="equ" val="hang">
                      <dgm:choose name="Name113">
                        <dgm:if name="Name114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15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16" func="var" arg="hierBranch" op="equ" val="std">
                      <dgm:choose name="Name117">
                        <dgm:if name="Name118" func="var" arg="dir" op="equ" val="norm">
                          <dgm:alg type="hierChild"/>
                        </dgm:if>
                        <dgm:else name="Name119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20" func="var" arg="hierBranch" op="equ" val="init">
                      <dgm:alg type="hierChild"/>
                    </dgm:if>
                    <dgm:else name="Name12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2" ref="rep2a"/>
                </dgm:layoutNode>
                <dgm:layoutNode name="hierChild7">
                  <dgm:choose name="Name123">
                    <dgm:if name="Name12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2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26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8F3B72-DDFC-4D59-8AFF-AA84CFD894CA}" type="datetimeFigureOut">
              <a:t>12/06/2026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74C3594-6898-416C-A0E4-1CE2E78BD2B7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29956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93F26D-0B86-60C2-13AA-C2875043B5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5A7C5A0A-BE27-049D-9865-6532D77057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CFAB606C-EB81-3815-005A-4B08458F30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3EFA3D35-56DE-8885-88F1-4D7BE585B893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E2E9A-25A3-4A35-896E-7818B44D3D7F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1197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BAF776-03A3-8D23-39CE-94C544A9BD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5BD7034-4D41-FBF9-150D-5BD7236192D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2428A8C7-29A8-57C6-7505-45486038C4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C4DD278-C6AF-7C26-120F-452704075A6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3EE2E9A-25A3-4A35-896E-7818B44D3D7F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2046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12.06.2026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jpeg"/><Relationship Id="rId13" Type="http://schemas.openxmlformats.org/officeDocument/2006/relationships/image" Target="../media/image12.png"/><Relationship Id="rId3" Type="http://schemas.openxmlformats.org/officeDocument/2006/relationships/image" Target="../media/image2.jpeg"/><Relationship Id="rId7" Type="http://schemas.openxmlformats.org/officeDocument/2006/relationships/image" Target="../media/image6.jpeg"/><Relationship Id="rId12" Type="http://schemas.openxmlformats.org/officeDocument/2006/relationships/image" Target="../media/image11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jpeg"/><Relationship Id="rId11" Type="http://schemas.openxmlformats.org/officeDocument/2006/relationships/image" Target="../media/image10.jpeg"/><Relationship Id="rId5" Type="http://schemas.openxmlformats.org/officeDocument/2006/relationships/image" Target="../media/image4.jpeg"/><Relationship Id="rId10" Type="http://schemas.openxmlformats.org/officeDocument/2006/relationships/image" Target="../media/image9.jpeg"/><Relationship Id="rId4" Type="http://schemas.openxmlformats.org/officeDocument/2006/relationships/image" Target="../media/image3.jpeg"/><Relationship Id="rId9" Type="http://schemas.openxmlformats.org/officeDocument/2006/relationships/image" Target="../media/image8.jpeg"/><Relationship Id="rId14" Type="http://schemas.openxmlformats.org/officeDocument/2006/relationships/image" Target="../media/image1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svg"/><Relationship Id="rId4" Type="http://schemas.openxmlformats.org/officeDocument/2006/relationships/image" Target="../media/image19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7" Type="http://schemas.openxmlformats.org/officeDocument/2006/relationships/image" Target="../media/image16.png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6B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m 10" descr="Frutas em árvore&#10;&#10;O conteúdo gerado por IA pode estar incorreto.">
            <a:extLst>
              <a:ext uri="{FF2B5EF4-FFF2-40B4-BE49-F238E27FC236}">
                <a16:creationId xmlns:a16="http://schemas.microsoft.com/office/drawing/2014/main" id="{9B27AF2B-CF4C-F415-614F-B33A3450AF9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9" t="35466" r="2158" b="21258"/>
          <a:stretch>
            <a:fillRect/>
          </a:stretch>
        </p:blipFill>
        <p:spPr>
          <a:xfrm>
            <a:off x="7830238" y="-105359"/>
            <a:ext cx="5439712" cy="5670884"/>
          </a:xfrm>
          <a:custGeom>
            <a:avLst/>
            <a:gdLst>
              <a:gd name="csX0" fmla="*/ 0 w 5439712"/>
              <a:gd name="csY0" fmla="*/ 0 h 5670884"/>
              <a:gd name="csX1" fmla="*/ 571170 w 5439712"/>
              <a:gd name="csY1" fmla="*/ 0 h 5670884"/>
              <a:gd name="csX2" fmla="*/ 1087942 w 5439712"/>
              <a:gd name="csY2" fmla="*/ 0 h 5670884"/>
              <a:gd name="csX3" fmla="*/ 1659112 w 5439712"/>
              <a:gd name="csY3" fmla="*/ 0 h 5670884"/>
              <a:gd name="csX4" fmla="*/ 2284679 w 5439712"/>
              <a:gd name="csY4" fmla="*/ 0 h 5670884"/>
              <a:gd name="csX5" fmla="*/ 3019040 w 5439712"/>
              <a:gd name="csY5" fmla="*/ 0 h 5670884"/>
              <a:gd name="csX6" fmla="*/ 3590210 w 5439712"/>
              <a:gd name="csY6" fmla="*/ 0 h 5670884"/>
              <a:gd name="csX7" fmla="*/ 4215777 w 5439712"/>
              <a:gd name="csY7" fmla="*/ 0 h 5670884"/>
              <a:gd name="csX8" fmla="*/ 5439712 w 5439712"/>
              <a:gd name="csY8" fmla="*/ 0 h 5670884"/>
              <a:gd name="csX9" fmla="*/ 5439712 w 5439712"/>
              <a:gd name="csY9" fmla="*/ 686807 h 5670884"/>
              <a:gd name="csX10" fmla="*/ 5439712 w 5439712"/>
              <a:gd name="csY10" fmla="*/ 1316905 h 5670884"/>
              <a:gd name="csX11" fmla="*/ 5439712 w 5439712"/>
              <a:gd name="csY11" fmla="*/ 2060421 h 5670884"/>
              <a:gd name="csX12" fmla="*/ 5439712 w 5439712"/>
              <a:gd name="csY12" fmla="*/ 2577102 h 5670884"/>
              <a:gd name="csX13" fmla="*/ 5439712 w 5439712"/>
              <a:gd name="csY13" fmla="*/ 3320618 h 5670884"/>
              <a:gd name="csX14" fmla="*/ 5439712 w 5439712"/>
              <a:gd name="csY14" fmla="*/ 3950716 h 5670884"/>
              <a:gd name="csX15" fmla="*/ 5439712 w 5439712"/>
              <a:gd name="csY15" fmla="*/ 4467396 h 5670884"/>
              <a:gd name="csX16" fmla="*/ 5439712 w 5439712"/>
              <a:gd name="csY16" fmla="*/ 5670884 h 5670884"/>
              <a:gd name="csX17" fmla="*/ 4759748 w 5439712"/>
              <a:gd name="csY17" fmla="*/ 5670884 h 5670884"/>
              <a:gd name="csX18" fmla="*/ 4025387 w 5439712"/>
              <a:gd name="csY18" fmla="*/ 5670884 h 5670884"/>
              <a:gd name="csX19" fmla="*/ 3399820 w 5439712"/>
              <a:gd name="csY19" fmla="*/ 5670884 h 5670884"/>
              <a:gd name="csX20" fmla="*/ 2611062 w 5439712"/>
              <a:gd name="csY20" fmla="*/ 5670884 h 5670884"/>
              <a:gd name="csX21" fmla="*/ 1876701 w 5439712"/>
              <a:gd name="csY21" fmla="*/ 5670884 h 5670884"/>
              <a:gd name="csX22" fmla="*/ 1251134 w 5439712"/>
              <a:gd name="csY22" fmla="*/ 5670884 h 5670884"/>
              <a:gd name="csX23" fmla="*/ 0 w 5439712"/>
              <a:gd name="csY23" fmla="*/ 5670884 h 5670884"/>
              <a:gd name="csX24" fmla="*/ 0 w 5439712"/>
              <a:gd name="csY24" fmla="*/ 5097495 h 5670884"/>
              <a:gd name="csX25" fmla="*/ 0 w 5439712"/>
              <a:gd name="csY25" fmla="*/ 4353979 h 5670884"/>
              <a:gd name="csX26" fmla="*/ 0 w 5439712"/>
              <a:gd name="csY26" fmla="*/ 3780589 h 5670884"/>
              <a:gd name="csX27" fmla="*/ 0 w 5439712"/>
              <a:gd name="csY27" fmla="*/ 3150491 h 5670884"/>
              <a:gd name="csX28" fmla="*/ 0 w 5439712"/>
              <a:gd name="csY28" fmla="*/ 2463684 h 5670884"/>
              <a:gd name="csX29" fmla="*/ 0 w 5439712"/>
              <a:gd name="csY29" fmla="*/ 1720168 h 5670884"/>
              <a:gd name="csX30" fmla="*/ 0 w 5439712"/>
              <a:gd name="csY30" fmla="*/ 1260196 h 5670884"/>
              <a:gd name="csX31" fmla="*/ 0 w 5439712"/>
              <a:gd name="csY31" fmla="*/ 0 h 567088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439712" h="5670884" fill="none" extrusionOk="0">
                <a:moveTo>
                  <a:pt x="0" y="0"/>
                </a:moveTo>
                <a:cubicBezTo>
                  <a:pt x="139704" y="11271"/>
                  <a:pt x="364080" y="-3813"/>
                  <a:pt x="571170" y="0"/>
                </a:cubicBezTo>
                <a:cubicBezTo>
                  <a:pt x="778260" y="3813"/>
                  <a:pt x="830215" y="-586"/>
                  <a:pt x="1087942" y="0"/>
                </a:cubicBezTo>
                <a:cubicBezTo>
                  <a:pt x="1345669" y="586"/>
                  <a:pt x="1476728" y="-28117"/>
                  <a:pt x="1659112" y="0"/>
                </a:cubicBezTo>
                <a:cubicBezTo>
                  <a:pt x="1841496" y="28117"/>
                  <a:pt x="2124805" y="14790"/>
                  <a:pt x="2284679" y="0"/>
                </a:cubicBezTo>
                <a:cubicBezTo>
                  <a:pt x="2444553" y="-14790"/>
                  <a:pt x="2703660" y="18441"/>
                  <a:pt x="3019040" y="0"/>
                </a:cubicBezTo>
                <a:cubicBezTo>
                  <a:pt x="3334420" y="-18441"/>
                  <a:pt x="3427257" y="-25687"/>
                  <a:pt x="3590210" y="0"/>
                </a:cubicBezTo>
                <a:cubicBezTo>
                  <a:pt x="3753163" y="25687"/>
                  <a:pt x="4000688" y="-11579"/>
                  <a:pt x="4215777" y="0"/>
                </a:cubicBezTo>
                <a:cubicBezTo>
                  <a:pt x="4430866" y="11579"/>
                  <a:pt x="5172762" y="-6966"/>
                  <a:pt x="5439712" y="0"/>
                </a:cubicBezTo>
                <a:cubicBezTo>
                  <a:pt x="5446519" y="146264"/>
                  <a:pt x="5429852" y="351054"/>
                  <a:pt x="5439712" y="686807"/>
                </a:cubicBezTo>
                <a:cubicBezTo>
                  <a:pt x="5449572" y="1022560"/>
                  <a:pt x="5427283" y="1061142"/>
                  <a:pt x="5439712" y="1316905"/>
                </a:cubicBezTo>
                <a:cubicBezTo>
                  <a:pt x="5452141" y="1572668"/>
                  <a:pt x="5420352" y="1876732"/>
                  <a:pt x="5439712" y="2060421"/>
                </a:cubicBezTo>
                <a:cubicBezTo>
                  <a:pt x="5459072" y="2244110"/>
                  <a:pt x="5454949" y="2356222"/>
                  <a:pt x="5439712" y="2577102"/>
                </a:cubicBezTo>
                <a:cubicBezTo>
                  <a:pt x="5424475" y="2797982"/>
                  <a:pt x="5455706" y="3023919"/>
                  <a:pt x="5439712" y="3320618"/>
                </a:cubicBezTo>
                <a:cubicBezTo>
                  <a:pt x="5423718" y="3617317"/>
                  <a:pt x="5416810" y="3798869"/>
                  <a:pt x="5439712" y="3950716"/>
                </a:cubicBezTo>
                <a:cubicBezTo>
                  <a:pt x="5462614" y="4102563"/>
                  <a:pt x="5442092" y="4353316"/>
                  <a:pt x="5439712" y="4467396"/>
                </a:cubicBezTo>
                <a:cubicBezTo>
                  <a:pt x="5437332" y="4581476"/>
                  <a:pt x="5410125" y="5424618"/>
                  <a:pt x="5439712" y="5670884"/>
                </a:cubicBezTo>
                <a:cubicBezTo>
                  <a:pt x="5111718" y="5669856"/>
                  <a:pt x="4919218" y="5649019"/>
                  <a:pt x="4759748" y="5670884"/>
                </a:cubicBezTo>
                <a:cubicBezTo>
                  <a:pt x="4600278" y="5692749"/>
                  <a:pt x="4319177" y="5682826"/>
                  <a:pt x="4025387" y="5670884"/>
                </a:cubicBezTo>
                <a:cubicBezTo>
                  <a:pt x="3731597" y="5658942"/>
                  <a:pt x="3551940" y="5652874"/>
                  <a:pt x="3399820" y="5670884"/>
                </a:cubicBezTo>
                <a:cubicBezTo>
                  <a:pt x="3247700" y="5688894"/>
                  <a:pt x="2942447" y="5655174"/>
                  <a:pt x="2611062" y="5670884"/>
                </a:cubicBezTo>
                <a:cubicBezTo>
                  <a:pt x="2279677" y="5686594"/>
                  <a:pt x="2069616" y="5640318"/>
                  <a:pt x="1876701" y="5670884"/>
                </a:cubicBezTo>
                <a:cubicBezTo>
                  <a:pt x="1683786" y="5701450"/>
                  <a:pt x="1378873" y="5695380"/>
                  <a:pt x="1251134" y="5670884"/>
                </a:cubicBezTo>
                <a:cubicBezTo>
                  <a:pt x="1123395" y="5646388"/>
                  <a:pt x="458312" y="5634218"/>
                  <a:pt x="0" y="5670884"/>
                </a:cubicBezTo>
                <a:cubicBezTo>
                  <a:pt x="-9741" y="5505799"/>
                  <a:pt x="1617" y="5219178"/>
                  <a:pt x="0" y="5097495"/>
                </a:cubicBezTo>
                <a:cubicBezTo>
                  <a:pt x="-1617" y="4975812"/>
                  <a:pt x="15848" y="4615462"/>
                  <a:pt x="0" y="4353979"/>
                </a:cubicBezTo>
                <a:cubicBezTo>
                  <a:pt x="-15848" y="4092496"/>
                  <a:pt x="17450" y="4051237"/>
                  <a:pt x="0" y="3780589"/>
                </a:cubicBezTo>
                <a:cubicBezTo>
                  <a:pt x="-17450" y="3509941"/>
                  <a:pt x="-10116" y="3354687"/>
                  <a:pt x="0" y="3150491"/>
                </a:cubicBezTo>
                <a:cubicBezTo>
                  <a:pt x="10116" y="2946295"/>
                  <a:pt x="-16925" y="2728121"/>
                  <a:pt x="0" y="2463684"/>
                </a:cubicBezTo>
                <a:cubicBezTo>
                  <a:pt x="16925" y="2199247"/>
                  <a:pt x="29994" y="1928060"/>
                  <a:pt x="0" y="1720168"/>
                </a:cubicBezTo>
                <a:cubicBezTo>
                  <a:pt x="-29994" y="1512276"/>
                  <a:pt x="9255" y="1357989"/>
                  <a:pt x="0" y="1260196"/>
                </a:cubicBezTo>
                <a:cubicBezTo>
                  <a:pt x="-9255" y="1162403"/>
                  <a:pt x="38985" y="460299"/>
                  <a:pt x="0" y="0"/>
                </a:cubicBezTo>
                <a:close/>
              </a:path>
              <a:path w="5439712" h="5670884" stroke="0" extrusionOk="0">
                <a:moveTo>
                  <a:pt x="0" y="0"/>
                </a:moveTo>
                <a:cubicBezTo>
                  <a:pt x="248177" y="-26039"/>
                  <a:pt x="331182" y="8201"/>
                  <a:pt x="625567" y="0"/>
                </a:cubicBezTo>
                <a:cubicBezTo>
                  <a:pt x="919952" y="-8201"/>
                  <a:pt x="957048" y="20284"/>
                  <a:pt x="1196737" y="0"/>
                </a:cubicBezTo>
                <a:cubicBezTo>
                  <a:pt x="1436426" y="-20284"/>
                  <a:pt x="1538260" y="-3970"/>
                  <a:pt x="1767906" y="0"/>
                </a:cubicBezTo>
                <a:cubicBezTo>
                  <a:pt x="1997552" y="3970"/>
                  <a:pt x="2166377" y="25379"/>
                  <a:pt x="2284679" y="0"/>
                </a:cubicBezTo>
                <a:cubicBezTo>
                  <a:pt x="2402981" y="-25379"/>
                  <a:pt x="2556139" y="2293"/>
                  <a:pt x="2801452" y="0"/>
                </a:cubicBezTo>
                <a:cubicBezTo>
                  <a:pt x="3046765" y="-2293"/>
                  <a:pt x="3085141" y="-9401"/>
                  <a:pt x="3318224" y="0"/>
                </a:cubicBezTo>
                <a:cubicBezTo>
                  <a:pt x="3551307" y="9401"/>
                  <a:pt x="3726160" y="-11503"/>
                  <a:pt x="4052585" y="0"/>
                </a:cubicBezTo>
                <a:cubicBezTo>
                  <a:pt x="4379010" y="11503"/>
                  <a:pt x="4321726" y="5481"/>
                  <a:pt x="4569358" y="0"/>
                </a:cubicBezTo>
                <a:cubicBezTo>
                  <a:pt x="4816990" y="-5481"/>
                  <a:pt x="5241859" y="3596"/>
                  <a:pt x="5439712" y="0"/>
                </a:cubicBezTo>
                <a:cubicBezTo>
                  <a:pt x="5460486" y="212506"/>
                  <a:pt x="5421872" y="339709"/>
                  <a:pt x="5439712" y="516681"/>
                </a:cubicBezTo>
                <a:cubicBezTo>
                  <a:pt x="5457552" y="693653"/>
                  <a:pt x="5421328" y="783789"/>
                  <a:pt x="5439712" y="1033361"/>
                </a:cubicBezTo>
                <a:cubicBezTo>
                  <a:pt x="5458096" y="1282933"/>
                  <a:pt x="5464974" y="1335787"/>
                  <a:pt x="5439712" y="1550042"/>
                </a:cubicBezTo>
                <a:cubicBezTo>
                  <a:pt x="5414450" y="1764297"/>
                  <a:pt x="5460406" y="1923690"/>
                  <a:pt x="5439712" y="2180140"/>
                </a:cubicBezTo>
                <a:cubicBezTo>
                  <a:pt x="5419018" y="2436590"/>
                  <a:pt x="5428977" y="2679034"/>
                  <a:pt x="5439712" y="2866947"/>
                </a:cubicBezTo>
                <a:cubicBezTo>
                  <a:pt x="5450447" y="3054860"/>
                  <a:pt x="5465201" y="3375821"/>
                  <a:pt x="5439712" y="3553754"/>
                </a:cubicBezTo>
                <a:cubicBezTo>
                  <a:pt x="5414223" y="3731687"/>
                  <a:pt x="5425576" y="4010454"/>
                  <a:pt x="5439712" y="4240561"/>
                </a:cubicBezTo>
                <a:cubicBezTo>
                  <a:pt x="5453848" y="4470668"/>
                  <a:pt x="5428809" y="4585424"/>
                  <a:pt x="5439712" y="4700533"/>
                </a:cubicBezTo>
                <a:cubicBezTo>
                  <a:pt x="5450615" y="4815642"/>
                  <a:pt x="5415213" y="5377584"/>
                  <a:pt x="5439712" y="5670884"/>
                </a:cubicBezTo>
                <a:cubicBezTo>
                  <a:pt x="5274895" y="5660884"/>
                  <a:pt x="4985530" y="5663535"/>
                  <a:pt x="4814145" y="5670884"/>
                </a:cubicBezTo>
                <a:cubicBezTo>
                  <a:pt x="4642760" y="5678233"/>
                  <a:pt x="4423081" y="5658801"/>
                  <a:pt x="4134181" y="5670884"/>
                </a:cubicBezTo>
                <a:cubicBezTo>
                  <a:pt x="3845281" y="5682967"/>
                  <a:pt x="3734013" y="5652903"/>
                  <a:pt x="3508614" y="5670884"/>
                </a:cubicBezTo>
                <a:cubicBezTo>
                  <a:pt x="3283215" y="5688865"/>
                  <a:pt x="3128961" y="5691118"/>
                  <a:pt x="2991842" y="5670884"/>
                </a:cubicBezTo>
                <a:cubicBezTo>
                  <a:pt x="2854723" y="5650650"/>
                  <a:pt x="2474903" y="5684152"/>
                  <a:pt x="2311878" y="5670884"/>
                </a:cubicBezTo>
                <a:cubicBezTo>
                  <a:pt x="2148853" y="5657616"/>
                  <a:pt x="1954146" y="5680535"/>
                  <a:pt x="1631914" y="5670884"/>
                </a:cubicBezTo>
                <a:cubicBezTo>
                  <a:pt x="1309682" y="5661233"/>
                  <a:pt x="1234384" y="5665283"/>
                  <a:pt x="897552" y="5670884"/>
                </a:cubicBezTo>
                <a:cubicBezTo>
                  <a:pt x="560720" y="5676485"/>
                  <a:pt x="296329" y="5677499"/>
                  <a:pt x="0" y="5670884"/>
                </a:cubicBezTo>
                <a:cubicBezTo>
                  <a:pt x="25659" y="5525781"/>
                  <a:pt x="-20002" y="5301354"/>
                  <a:pt x="0" y="5154203"/>
                </a:cubicBezTo>
                <a:cubicBezTo>
                  <a:pt x="20002" y="5007052"/>
                  <a:pt x="7819" y="4881878"/>
                  <a:pt x="0" y="4637523"/>
                </a:cubicBezTo>
                <a:cubicBezTo>
                  <a:pt x="-7819" y="4393168"/>
                  <a:pt x="-5408" y="4241666"/>
                  <a:pt x="0" y="4064134"/>
                </a:cubicBezTo>
                <a:cubicBezTo>
                  <a:pt x="5408" y="3886602"/>
                  <a:pt x="10318" y="3824429"/>
                  <a:pt x="0" y="3604162"/>
                </a:cubicBezTo>
                <a:cubicBezTo>
                  <a:pt x="-10318" y="3383895"/>
                  <a:pt x="28228" y="3167105"/>
                  <a:pt x="0" y="2974064"/>
                </a:cubicBezTo>
                <a:cubicBezTo>
                  <a:pt x="-28228" y="2781023"/>
                  <a:pt x="30041" y="2517128"/>
                  <a:pt x="0" y="2343965"/>
                </a:cubicBezTo>
                <a:cubicBezTo>
                  <a:pt x="-30041" y="2170802"/>
                  <a:pt x="14052" y="1804074"/>
                  <a:pt x="0" y="1657158"/>
                </a:cubicBezTo>
                <a:cubicBezTo>
                  <a:pt x="-14052" y="1510242"/>
                  <a:pt x="-17298" y="1191487"/>
                  <a:pt x="0" y="913642"/>
                </a:cubicBezTo>
                <a:cubicBezTo>
                  <a:pt x="17298" y="635797"/>
                  <a:pt x="-8157" y="307711"/>
                  <a:pt x="0" y="0"/>
                </a:cubicBezTo>
                <a:close/>
              </a:path>
            </a:pathLst>
          </a:custGeom>
          <a:ln w="571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49921161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14194" y="2301896"/>
            <a:ext cx="6774492" cy="926233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4800" b="1">
                <a:solidFill>
                  <a:srgbClr val="F5EBDA"/>
                </a:solidFill>
                <a:latin typeface="Dubai"/>
                <a:ea typeface="Calibri"/>
                <a:cs typeface="Dubai"/>
              </a:rPr>
              <a:t>FRUTIFICAR AMAZÔNIA</a:t>
            </a:r>
            <a:endParaRPr lang="de-DE" sz="4800">
              <a:solidFill>
                <a:srgbClr val="F5EBDA"/>
              </a:solidFill>
              <a:latin typeface="Dubai"/>
              <a:cs typeface="Dubai"/>
            </a:endParaRP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14194" y="3351517"/>
            <a:ext cx="6670108" cy="117559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1800" cap="all" dirty="0">
                <a:solidFill>
                  <a:srgbClr val="F5EBDA"/>
                </a:solidFill>
                <a:latin typeface="Aptos Light"/>
                <a:ea typeface="Calibri"/>
                <a:cs typeface="Calibri"/>
              </a:rPr>
              <a:t>CHAMADA PÚBLICA DE PROJETOS - Fundo Amazônia Nº 01/2017: consolidação E FORTALECIMENTO DE CADEIAS DE VALOR SUSTENTÁVEIS E INCLUSIVAS</a:t>
            </a:r>
            <a:endParaRPr lang="de-DE" dirty="0">
              <a:solidFill>
                <a:srgbClr val="F5EBDA"/>
              </a:solidFill>
              <a:latin typeface="Aptos Light"/>
            </a:endParaRP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2B2F4739-50DD-6DF4-A507-F3101494D52D}"/>
              </a:ext>
            </a:extLst>
          </p:cNvPr>
          <p:cNvSpPr/>
          <p:nvPr/>
        </p:nvSpPr>
        <p:spPr>
          <a:xfrm>
            <a:off x="0" y="5399973"/>
            <a:ext cx="12187672" cy="14604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7" name="Subtítulo 2">
            <a:extLst>
              <a:ext uri="{FF2B5EF4-FFF2-40B4-BE49-F238E27FC236}">
                <a16:creationId xmlns:a16="http://schemas.microsoft.com/office/drawing/2014/main" id="{F508B101-19A0-F78A-AA5F-ABC459B84A68}"/>
              </a:ext>
            </a:extLst>
          </p:cNvPr>
          <p:cNvSpPr txBox="1">
            <a:spLocks/>
          </p:cNvSpPr>
          <p:nvPr/>
        </p:nvSpPr>
        <p:spPr>
          <a:xfrm>
            <a:off x="288101" y="5581148"/>
            <a:ext cx="1659699" cy="37184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2000" b="1" cap="all">
                <a:latin typeface="Calibri"/>
                <a:ea typeface="Calibri"/>
                <a:cs typeface="Calibri"/>
              </a:rPr>
              <a:t>REALIZAÇÃO</a:t>
            </a:r>
            <a:endParaRPr lang="pt-BR"/>
          </a:p>
        </p:txBody>
      </p:sp>
      <p:pic>
        <p:nvPicPr>
          <p:cNvPr id="28" name="Imagem 27" descr="Desenho com traços pretos em fundo branco e letras pretas em fundo branco&#10;&#10;O conteúdo gerado por IA pode estar incorreto.">
            <a:extLst>
              <a:ext uri="{FF2B5EF4-FFF2-40B4-BE49-F238E27FC236}">
                <a16:creationId xmlns:a16="http://schemas.microsoft.com/office/drawing/2014/main" id="{5EFDF1A2-B887-32BA-5189-C3ACF8C84A56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30144" b="10909"/>
          <a:stretch>
            <a:fillRect/>
          </a:stretch>
        </p:blipFill>
        <p:spPr>
          <a:xfrm>
            <a:off x="382958" y="6121734"/>
            <a:ext cx="1530380" cy="517642"/>
          </a:xfrm>
          <a:prstGeom prst="rect">
            <a:avLst/>
          </a:prstGeom>
        </p:spPr>
      </p:pic>
      <p:pic>
        <p:nvPicPr>
          <p:cNvPr id="30" name="Imagem 29" descr="Logotipo&#10;&#10;O conteúdo gerado por IA pode estar incorreto.">
            <a:extLst>
              <a:ext uri="{FF2B5EF4-FFF2-40B4-BE49-F238E27FC236}">
                <a16:creationId xmlns:a16="http://schemas.microsoft.com/office/drawing/2014/main" id="{9A75E3A1-4698-64C3-909C-9BEA9AF9FCB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r="-2000"/>
          <a:stretch>
            <a:fillRect/>
          </a:stretch>
        </p:blipFill>
        <p:spPr>
          <a:xfrm>
            <a:off x="2926002" y="6069542"/>
            <a:ext cx="607420" cy="615993"/>
          </a:xfrm>
          <a:prstGeom prst="rect">
            <a:avLst/>
          </a:prstGeom>
        </p:spPr>
      </p:pic>
      <p:pic>
        <p:nvPicPr>
          <p:cNvPr id="31" name="Imagem 30" descr="Logotipo&#10;&#10;O conteúdo gerado por IA pode estar incorreto.">
            <a:extLst>
              <a:ext uri="{FF2B5EF4-FFF2-40B4-BE49-F238E27FC236}">
                <a16:creationId xmlns:a16="http://schemas.microsoft.com/office/drawing/2014/main" id="{4E6F53B1-9D1B-3A12-288A-C06BF40BCB2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8462" t="10938" r="18462" b="9375"/>
          <a:stretch>
            <a:fillRect/>
          </a:stretch>
        </p:blipFill>
        <p:spPr>
          <a:xfrm>
            <a:off x="4529595" y="6074762"/>
            <a:ext cx="495212" cy="611976"/>
          </a:xfrm>
          <a:prstGeom prst="rect">
            <a:avLst/>
          </a:prstGeom>
        </p:spPr>
      </p:pic>
      <p:pic>
        <p:nvPicPr>
          <p:cNvPr id="32" name="Imagem 31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10113B00-B8B6-66EE-EEC6-B8A15580153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r="-2000"/>
          <a:stretch>
            <a:fillRect/>
          </a:stretch>
        </p:blipFill>
        <p:spPr>
          <a:xfrm>
            <a:off x="3727799" y="6069542"/>
            <a:ext cx="607420" cy="606468"/>
          </a:xfrm>
          <a:prstGeom prst="rect">
            <a:avLst/>
          </a:prstGeom>
        </p:spPr>
      </p:pic>
      <p:pic>
        <p:nvPicPr>
          <p:cNvPr id="33" name="Imagem 32" descr="Logotipo, nome da empresa&#10;&#10;O conteúdo gerado por IA pode estar incorreto.">
            <a:extLst>
              <a:ext uri="{FF2B5EF4-FFF2-40B4-BE49-F238E27FC236}">
                <a16:creationId xmlns:a16="http://schemas.microsoft.com/office/drawing/2014/main" id="{3A1C727B-CF72-B5C0-DE13-6D75BC46E98C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>
            <a:fillRect/>
          </a:stretch>
        </p:blipFill>
        <p:spPr>
          <a:xfrm>
            <a:off x="5216569" y="6106077"/>
            <a:ext cx="568368" cy="538880"/>
          </a:xfrm>
          <a:prstGeom prst="rect">
            <a:avLst/>
          </a:prstGeom>
        </p:spPr>
      </p:pic>
      <p:pic>
        <p:nvPicPr>
          <p:cNvPr id="34" name="Imagem 33" descr="Uma imagem contendo Aplicativo&#10;&#10;O conteúdo gerado por IA pode estar incorreto.">
            <a:extLst>
              <a:ext uri="{FF2B5EF4-FFF2-40B4-BE49-F238E27FC236}">
                <a16:creationId xmlns:a16="http://schemas.microsoft.com/office/drawing/2014/main" id="{F62975CF-0CD8-629C-8E5D-DB9F8C454F5B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7937" t="9091" r="9524" b="12121"/>
          <a:stretch>
            <a:fillRect/>
          </a:stretch>
        </p:blipFill>
        <p:spPr>
          <a:xfrm>
            <a:off x="5976612" y="6069542"/>
            <a:ext cx="623402" cy="620901"/>
          </a:xfrm>
          <a:prstGeom prst="rect">
            <a:avLst/>
          </a:prstGeom>
        </p:spPr>
      </p:pic>
      <p:pic>
        <p:nvPicPr>
          <p:cNvPr id="35" name="Imagem 34" descr="Uma imagem contendo Logotipo&#10;&#10;O conteúdo gerado por IA pode estar incorreto.">
            <a:extLst>
              <a:ext uri="{FF2B5EF4-FFF2-40B4-BE49-F238E27FC236}">
                <a16:creationId xmlns:a16="http://schemas.microsoft.com/office/drawing/2014/main" id="{5EC34201-79A1-CDF6-2832-F5BDE52B4705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11667" t="10000" r="13333" b="3333"/>
          <a:stretch>
            <a:fillRect/>
          </a:stretch>
        </p:blipFill>
        <p:spPr>
          <a:xfrm>
            <a:off x="6799285" y="6069542"/>
            <a:ext cx="541262" cy="617898"/>
          </a:xfrm>
          <a:prstGeom prst="rect">
            <a:avLst/>
          </a:prstGeom>
        </p:spPr>
      </p:pic>
      <p:pic>
        <p:nvPicPr>
          <p:cNvPr id="36" name="Imagem 35">
            <a:extLst>
              <a:ext uri="{FF2B5EF4-FFF2-40B4-BE49-F238E27FC236}">
                <a16:creationId xmlns:a16="http://schemas.microsoft.com/office/drawing/2014/main" id="{EDAC50CD-2AFC-E77D-E5B1-304299D1A0B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>
            <a:fillRect/>
          </a:stretch>
        </p:blipFill>
        <p:spPr>
          <a:xfrm>
            <a:off x="7538451" y="6069542"/>
            <a:ext cx="568368" cy="615993"/>
          </a:xfrm>
          <a:prstGeom prst="rect">
            <a:avLst/>
          </a:prstGeom>
        </p:spPr>
      </p:pic>
      <p:sp>
        <p:nvSpPr>
          <p:cNvPr id="4" name="Subtítulo 2">
            <a:extLst>
              <a:ext uri="{FF2B5EF4-FFF2-40B4-BE49-F238E27FC236}">
                <a16:creationId xmlns:a16="http://schemas.microsoft.com/office/drawing/2014/main" id="{69032CE2-7F61-7C09-134C-E03E3F688DEC}"/>
              </a:ext>
            </a:extLst>
          </p:cNvPr>
          <p:cNvSpPr txBox="1">
            <a:spLocks/>
          </p:cNvSpPr>
          <p:nvPr/>
        </p:nvSpPr>
        <p:spPr>
          <a:xfrm>
            <a:off x="8920622" y="5581148"/>
            <a:ext cx="1659699" cy="371846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2000" b="1" cap="all">
                <a:latin typeface="Calibri"/>
                <a:ea typeface="Calibri"/>
                <a:cs typeface="Calibri"/>
              </a:rPr>
              <a:t>APOIO</a:t>
            </a:r>
            <a:endParaRPr lang="pt-BR"/>
          </a:p>
        </p:txBody>
      </p:sp>
      <p:pic>
        <p:nvPicPr>
          <p:cNvPr id="6" name="Imagem 5" descr="BNDES">
            <a:extLst>
              <a:ext uri="{FF2B5EF4-FFF2-40B4-BE49-F238E27FC236}">
                <a16:creationId xmlns:a16="http://schemas.microsoft.com/office/drawing/2014/main" id="{C8C2CBC2-28C9-8B93-FF70-F299A81EA5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921533" y="6249313"/>
            <a:ext cx="1285875" cy="266700"/>
          </a:xfrm>
          <a:prstGeom prst="rect">
            <a:avLst/>
          </a:prstGeom>
        </p:spPr>
      </p:pic>
      <p:pic>
        <p:nvPicPr>
          <p:cNvPr id="8" name="Imagem 7" descr="logo fundo amazônia arara azul A">
            <a:extLst>
              <a:ext uri="{FF2B5EF4-FFF2-40B4-BE49-F238E27FC236}">
                <a16:creationId xmlns:a16="http://schemas.microsoft.com/office/drawing/2014/main" id="{7E217BC5-E34F-E47B-807B-32703030BFB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410956" y="6131229"/>
            <a:ext cx="1438275" cy="485775"/>
          </a:xfrm>
          <a:prstGeom prst="rect">
            <a:avLst/>
          </a:prstGeom>
        </p:spPr>
      </p:pic>
      <p:sp>
        <p:nvSpPr>
          <p:cNvPr id="10" name="Título 1">
            <a:extLst>
              <a:ext uri="{FF2B5EF4-FFF2-40B4-BE49-F238E27FC236}">
                <a16:creationId xmlns:a16="http://schemas.microsoft.com/office/drawing/2014/main" id="{72F61679-DEE7-44E4-7F8B-6B8070F1C9CC}"/>
              </a:ext>
            </a:extLst>
          </p:cNvPr>
          <p:cNvSpPr txBox="1">
            <a:spLocks/>
          </p:cNvSpPr>
          <p:nvPr/>
        </p:nvSpPr>
        <p:spPr>
          <a:xfrm>
            <a:off x="810017" y="1932378"/>
            <a:ext cx="2223370" cy="529576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pt-BR" sz="3000" i="1">
                <a:solidFill>
                  <a:srgbClr val="F5EBDA"/>
                </a:solidFill>
                <a:latin typeface="Batang"/>
                <a:ea typeface="Batang"/>
                <a:cs typeface="Calibri Light"/>
              </a:rPr>
              <a:t>projeto</a:t>
            </a:r>
            <a:endParaRPr lang="pt-BR" sz="2800" i="1">
              <a:solidFill>
                <a:srgbClr val="F5EBDA"/>
              </a:solidFill>
              <a:latin typeface="Batang"/>
              <a:ea typeface="Batang"/>
              <a:cs typeface="Calibri Light"/>
            </a:endParaRPr>
          </a:p>
        </p:txBody>
      </p:sp>
      <p:pic>
        <p:nvPicPr>
          <p:cNvPr id="14" name="Imagem 13" descr="Padrão do plano de fundo&#10;&#10;O conteúdo gerado por IA pode estar incorreto.">
            <a:extLst>
              <a:ext uri="{FF2B5EF4-FFF2-40B4-BE49-F238E27FC236}">
                <a16:creationId xmlns:a16="http://schemas.microsoft.com/office/drawing/2014/main" id="{0A90D30C-45F3-496F-FF35-2AC476C655C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95606" y="-261937"/>
            <a:ext cx="1822367" cy="1976439"/>
          </a:xfrm>
          <a:prstGeom prst="rect">
            <a:avLst/>
          </a:prstGeom>
        </p:spPr>
      </p:pic>
      <p:pic>
        <p:nvPicPr>
          <p:cNvPr id="12" name="Imagem 11" descr="Logotipo&#10;&#10;O conteúdo gerado por IA pode estar incorreto.">
            <a:extLst>
              <a:ext uri="{FF2B5EF4-FFF2-40B4-BE49-F238E27FC236}">
                <a16:creationId xmlns:a16="http://schemas.microsoft.com/office/drawing/2014/main" id="{0F60F597-9E3B-10D1-4FC2-369A2F86D75D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 r="-2041" b="-2041"/>
          <a:stretch>
            <a:fillRect/>
          </a:stretch>
        </p:blipFill>
        <p:spPr>
          <a:xfrm>
            <a:off x="2145506" y="6074569"/>
            <a:ext cx="602601" cy="6026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108665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456433-010F-B0C4-4299-A1A4A32112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Conector reto 34">
            <a:extLst>
              <a:ext uri="{FF2B5EF4-FFF2-40B4-BE49-F238E27FC236}">
                <a16:creationId xmlns:a16="http://schemas.microsoft.com/office/drawing/2014/main" id="{3819904C-7BB4-FBAA-D5A2-E83C67BB5475}"/>
              </a:ext>
            </a:extLst>
          </p:cNvPr>
          <p:cNvCxnSpPr>
            <a:cxnSpLocks/>
          </p:cNvCxnSpPr>
          <p:nvPr/>
        </p:nvCxnSpPr>
        <p:spPr>
          <a:xfrm>
            <a:off x="4717824" y="1461607"/>
            <a:ext cx="261" cy="501041"/>
          </a:xfrm>
          <a:prstGeom prst="line">
            <a:avLst/>
          </a:prstGeom>
          <a:ln w="57150">
            <a:solidFill>
              <a:srgbClr val="006B3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id="{C24BEBCE-327B-08C9-B16D-F900EF86B6DF}"/>
              </a:ext>
            </a:extLst>
          </p:cNvPr>
          <p:cNvCxnSpPr>
            <a:cxnSpLocks/>
          </p:cNvCxnSpPr>
          <p:nvPr/>
        </p:nvCxnSpPr>
        <p:spPr>
          <a:xfrm>
            <a:off x="7974590" y="1461607"/>
            <a:ext cx="261" cy="501041"/>
          </a:xfrm>
          <a:prstGeom prst="line">
            <a:avLst/>
          </a:prstGeom>
          <a:ln w="57150">
            <a:solidFill>
              <a:srgbClr val="006B3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ector reto 37">
            <a:extLst>
              <a:ext uri="{FF2B5EF4-FFF2-40B4-BE49-F238E27FC236}">
                <a16:creationId xmlns:a16="http://schemas.microsoft.com/office/drawing/2014/main" id="{A082BCE8-894B-9F1D-8EAB-38BF1DB2E4E3}"/>
              </a:ext>
            </a:extLst>
          </p:cNvPr>
          <p:cNvCxnSpPr>
            <a:cxnSpLocks/>
          </p:cNvCxnSpPr>
          <p:nvPr/>
        </p:nvCxnSpPr>
        <p:spPr>
          <a:xfrm>
            <a:off x="10730316" y="1461607"/>
            <a:ext cx="261" cy="501041"/>
          </a:xfrm>
          <a:prstGeom prst="line">
            <a:avLst/>
          </a:prstGeom>
          <a:ln w="57150">
            <a:solidFill>
              <a:srgbClr val="006B3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Conector reto 33">
            <a:extLst>
              <a:ext uri="{FF2B5EF4-FFF2-40B4-BE49-F238E27FC236}">
                <a16:creationId xmlns:a16="http://schemas.microsoft.com/office/drawing/2014/main" id="{2DB3B87A-83AE-FF96-D272-A3277C70E224}"/>
              </a:ext>
            </a:extLst>
          </p:cNvPr>
          <p:cNvCxnSpPr>
            <a:cxnSpLocks/>
          </p:cNvCxnSpPr>
          <p:nvPr/>
        </p:nvCxnSpPr>
        <p:spPr>
          <a:xfrm>
            <a:off x="1461057" y="1482485"/>
            <a:ext cx="261" cy="501041"/>
          </a:xfrm>
          <a:prstGeom prst="line">
            <a:avLst/>
          </a:prstGeom>
          <a:ln w="57150">
            <a:solidFill>
              <a:srgbClr val="006B3F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Conector reto 31">
            <a:extLst>
              <a:ext uri="{FF2B5EF4-FFF2-40B4-BE49-F238E27FC236}">
                <a16:creationId xmlns:a16="http://schemas.microsoft.com/office/drawing/2014/main" id="{44EBA33D-F56A-37B8-3345-8A49582BA648}"/>
              </a:ext>
            </a:extLst>
          </p:cNvPr>
          <p:cNvCxnSpPr>
            <a:cxnSpLocks/>
          </p:cNvCxnSpPr>
          <p:nvPr/>
        </p:nvCxnSpPr>
        <p:spPr>
          <a:xfrm>
            <a:off x="991332" y="1346787"/>
            <a:ext cx="10229850" cy="0"/>
          </a:xfrm>
          <a:prstGeom prst="line">
            <a:avLst/>
          </a:prstGeom>
          <a:ln w="57150">
            <a:solidFill>
              <a:srgbClr val="006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Retângulo 2">
            <a:extLst>
              <a:ext uri="{FF2B5EF4-FFF2-40B4-BE49-F238E27FC236}">
                <a16:creationId xmlns:a16="http://schemas.microsoft.com/office/drawing/2014/main" id="{365BB029-A854-D24F-353F-CD7ADBD54567}"/>
              </a:ext>
            </a:extLst>
          </p:cNvPr>
          <p:cNvSpPr/>
          <p:nvPr/>
        </p:nvSpPr>
        <p:spPr>
          <a:xfrm>
            <a:off x="6667797" y="1966147"/>
            <a:ext cx="2606996" cy="4452859"/>
          </a:xfrm>
          <a:custGeom>
            <a:avLst/>
            <a:gdLst>
              <a:gd name="csX0" fmla="*/ 0 w 2606996"/>
              <a:gd name="csY0" fmla="*/ 0 h 4452859"/>
              <a:gd name="csX1" fmla="*/ 625679 w 2606996"/>
              <a:gd name="csY1" fmla="*/ 0 h 4452859"/>
              <a:gd name="csX2" fmla="*/ 1329568 w 2606996"/>
              <a:gd name="csY2" fmla="*/ 0 h 4452859"/>
              <a:gd name="csX3" fmla="*/ 1903107 w 2606996"/>
              <a:gd name="csY3" fmla="*/ 0 h 4452859"/>
              <a:gd name="csX4" fmla="*/ 2606996 w 2606996"/>
              <a:gd name="csY4" fmla="*/ 0 h 4452859"/>
              <a:gd name="csX5" fmla="*/ 2606996 w 2606996"/>
              <a:gd name="csY5" fmla="*/ 636123 h 4452859"/>
              <a:gd name="csX6" fmla="*/ 2606996 w 2606996"/>
              <a:gd name="csY6" fmla="*/ 1361303 h 4452859"/>
              <a:gd name="csX7" fmla="*/ 2606996 w 2606996"/>
              <a:gd name="csY7" fmla="*/ 1997425 h 4452859"/>
              <a:gd name="csX8" fmla="*/ 2606996 w 2606996"/>
              <a:gd name="csY8" fmla="*/ 2678077 h 4452859"/>
              <a:gd name="csX9" fmla="*/ 2606996 w 2606996"/>
              <a:gd name="csY9" fmla="*/ 3180614 h 4452859"/>
              <a:gd name="csX10" fmla="*/ 2606996 w 2606996"/>
              <a:gd name="csY10" fmla="*/ 3772208 h 4452859"/>
              <a:gd name="csX11" fmla="*/ 2606996 w 2606996"/>
              <a:gd name="csY11" fmla="*/ 4452859 h 4452859"/>
              <a:gd name="csX12" fmla="*/ 2007387 w 2606996"/>
              <a:gd name="csY12" fmla="*/ 4452859 h 4452859"/>
              <a:gd name="csX13" fmla="*/ 1433848 w 2606996"/>
              <a:gd name="csY13" fmla="*/ 4452859 h 4452859"/>
              <a:gd name="csX14" fmla="*/ 808169 w 2606996"/>
              <a:gd name="csY14" fmla="*/ 4452859 h 4452859"/>
              <a:gd name="csX15" fmla="*/ 0 w 2606996"/>
              <a:gd name="csY15" fmla="*/ 4452859 h 4452859"/>
              <a:gd name="csX16" fmla="*/ 0 w 2606996"/>
              <a:gd name="csY16" fmla="*/ 3861265 h 4452859"/>
              <a:gd name="csX17" fmla="*/ 0 w 2606996"/>
              <a:gd name="csY17" fmla="*/ 3180614 h 4452859"/>
              <a:gd name="csX18" fmla="*/ 0 w 2606996"/>
              <a:gd name="csY18" fmla="*/ 2499962 h 4452859"/>
              <a:gd name="csX19" fmla="*/ 0 w 2606996"/>
              <a:gd name="csY19" fmla="*/ 1774782 h 4452859"/>
              <a:gd name="csX20" fmla="*/ 0 w 2606996"/>
              <a:gd name="csY20" fmla="*/ 1227717 h 4452859"/>
              <a:gd name="csX21" fmla="*/ 0 w 2606996"/>
              <a:gd name="csY21" fmla="*/ 725180 h 4452859"/>
              <a:gd name="csX22" fmla="*/ 0 w 2606996"/>
              <a:gd name="csY22" fmla="*/ 0 h 4452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606996" h="4452859" fill="none" extrusionOk="0">
                <a:moveTo>
                  <a:pt x="0" y="0"/>
                </a:moveTo>
                <a:cubicBezTo>
                  <a:pt x="249361" y="18161"/>
                  <a:pt x="380171" y="-25432"/>
                  <a:pt x="625679" y="0"/>
                </a:cubicBezTo>
                <a:cubicBezTo>
                  <a:pt x="871187" y="25432"/>
                  <a:pt x="1129714" y="-18230"/>
                  <a:pt x="1329568" y="0"/>
                </a:cubicBezTo>
                <a:cubicBezTo>
                  <a:pt x="1529422" y="18230"/>
                  <a:pt x="1714619" y="-19239"/>
                  <a:pt x="1903107" y="0"/>
                </a:cubicBezTo>
                <a:cubicBezTo>
                  <a:pt x="2091595" y="19239"/>
                  <a:pt x="2425955" y="6242"/>
                  <a:pt x="2606996" y="0"/>
                </a:cubicBezTo>
                <a:cubicBezTo>
                  <a:pt x="2606646" y="178911"/>
                  <a:pt x="2604570" y="498519"/>
                  <a:pt x="2606996" y="636123"/>
                </a:cubicBezTo>
                <a:cubicBezTo>
                  <a:pt x="2609422" y="773727"/>
                  <a:pt x="2588889" y="1209753"/>
                  <a:pt x="2606996" y="1361303"/>
                </a:cubicBezTo>
                <a:cubicBezTo>
                  <a:pt x="2625103" y="1512853"/>
                  <a:pt x="2595276" y="1713557"/>
                  <a:pt x="2606996" y="1997425"/>
                </a:cubicBezTo>
                <a:cubicBezTo>
                  <a:pt x="2618716" y="2281293"/>
                  <a:pt x="2613019" y="2444588"/>
                  <a:pt x="2606996" y="2678077"/>
                </a:cubicBezTo>
                <a:cubicBezTo>
                  <a:pt x="2600973" y="2911566"/>
                  <a:pt x="2632093" y="2965876"/>
                  <a:pt x="2606996" y="3180614"/>
                </a:cubicBezTo>
                <a:cubicBezTo>
                  <a:pt x="2581899" y="3395352"/>
                  <a:pt x="2600109" y="3547493"/>
                  <a:pt x="2606996" y="3772208"/>
                </a:cubicBezTo>
                <a:cubicBezTo>
                  <a:pt x="2613883" y="3996923"/>
                  <a:pt x="2580647" y="4259994"/>
                  <a:pt x="2606996" y="4452859"/>
                </a:cubicBezTo>
                <a:cubicBezTo>
                  <a:pt x="2410516" y="4434470"/>
                  <a:pt x="2280955" y="4458206"/>
                  <a:pt x="2007387" y="4452859"/>
                </a:cubicBezTo>
                <a:cubicBezTo>
                  <a:pt x="1733819" y="4447512"/>
                  <a:pt x="1684762" y="4471781"/>
                  <a:pt x="1433848" y="4452859"/>
                </a:cubicBezTo>
                <a:cubicBezTo>
                  <a:pt x="1182934" y="4433937"/>
                  <a:pt x="1060868" y="4425807"/>
                  <a:pt x="808169" y="4452859"/>
                </a:cubicBezTo>
                <a:cubicBezTo>
                  <a:pt x="555470" y="4479911"/>
                  <a:pt x="184495" y="4454831"/>
                  <a:pt x="0" y="4452859"/>
                </a:cubicBezTo>
                <a:cubicBezTo>
                  <a:pt x="-25964" y="4286611"/>
                  <a:pt x="14164" y="4145864"/>
                  <a:pt x="0" y="3861265"/>
                </a:cubicBezTo>
                <a:cubicBezTo>
                  <a:pt x="-14164" y="3576666"/>
                  <a:pt x="-11998" y="3468512"/>
                  <a:pt x="0" y="3180614"/>
                </a:cubicBezTo>
                <a:cubicBezTo>
                  <a:pt x="11998" y="2892716"/>
                  <a:pt x="-841" y="2747445"/>
                  <a:pt x="0" y="2499962"/>
                </a:cubicBezTo>
                <a:cubicBezTo>
                  <a:pt x="841" y="2252479"/>
                  <a:pt x="-361" y="2033725"/>
                  <a:pt x="0" y="1774782"/>
                </a:cubicBezTo>
                <a:cubicBezTo>
                  <a:pt x="361" y="1515839"/>
                  <a:pt x="18662" y="1360742"/>
                  <a:pt x="0" y="1227717"/>
                </a:cubicBezTo>
                <a:cubicBezTo>
                  <a:pt x="-18662" y="1094693"/>
                  <a:pt x="-15316" y="946614"/>
                  <a:pt x="0" y="725180"/>
                </a:cubicBezTo>
                <a:cubicBezTo>
                  <a:pt x="15316" y="503746"/>
                  <a:pt x="-22373" y="354798"/>
                  <a:pt x="0" y="0"/>
                </a:cubicBezTo>
                <a:close/>
              </a:path>
              <a:path w="2606996" h="4452859" stroke="0" extrusionOk="0">
                <a:moveTo>
                  <a:pt x="0" y="0"/>
                </a:moveTo>
                <a:cubicBezTo>
                  <a:pt x="115424" y="-22500"/>
                  <a:pt x="377812" y="22078"/>
                  <a:pt x="573539" y="0"/>
                </a:cubicBezTo>
                <a:cubicBezTo>
                  <a:pt x="769266" y="-22078"/>
                  <a:pt x="1083265" y="-4047"/>
                  <a:pt x="1225288" y="0"/>
                </a:cubicBezTo>
                <a:cubicBezTo>
                  <a:pt x="1367311" y="4047"/>
                  <a:pt x="1721230" y="3705"/>
                  <a:pt x="1877037" y="0"/>
                </a:cubicBezTo>
                <a:cubicBezTo>
                  <a:pt x="2032844" y="-3705"/>
                  <a:pt x="2243439" y="21218"/>
                  <a:pt x="2606996" y="0"/>
                </a:cubicBezTo>
                <a:cubicBezTo>
                  <a:pt x="2617481" y="128214"/>
                  <a:pt x="2600952" y="393527"/>
                  <a:pt x="2606996" y="502537"/>
                </a:cubicBezTo>
                <a:cubicBezTo>
                  <a:pt x="2613040" y="611547"/>
                  <a:pt x="2583487" y="989094"/>
                  <a:pt x="2606996" y="1183188"/>
                </a:cubicBezTo>
                <a:cubicBezTo>
                  <a:pt x="2630505" y="1377282"/>
                  <a:pt x="2611007" y="1504197"/>
                  <a:pt x="2606996" y="1774782"/>
                </a:cubicBezTo>
                <a:cubicBezTo>
                  <a:pt x="2602985" y="2045367"/>
                  <a:pt x="2600833" y="2163517"/>
                  <a:pt x="2606996" y="2366376"/>
                </a:cubicBezTo>
                <a:cubicBezTo>
                  <a:pt x="2613159" y="2569235"/>
                  <a:pt x="2599648" y="2793306"/>
                  <a:pt x="2606996" y="2913442"/>
                </a:cubicBezTo>
                <a:cubicBezTo>
                  <a:pt x="2614344" y="3033578"/>
                  <a:pt x="2635242" y="3298572"/>
                  <a:pt x="2606996" y="3505036"/>
                </a:cubicBezTo>
                <a:cubicBezTo>
                  <a:pt x="2578750" y="3711500"/>
                  <a:pt x="2646496" y="4113419"/>
                  <a:pt x="2606996" y="4452859"/>
                </a:cubicBezTo>
                <a:cubicBezTo>
                  <a:pt x="2324835" y="4469683"/>
                  <a:pt x="2271965" y="4449206"/>
                  <a:pt x="2033457" y="4452859"/>
                </a:cubicBezTo>
                <a:cubicBezTo>
                  <a:pt x="1794949" y="4456512"/>
                  <a:pt x="1692605" y="4422039"/>
                  <a:pt x="1381708" y="4452859"/>
                </a:cubicBezTo>
                <a:cubicBezTo>
                  <a:pt x="1070811" y="4483679"/>
                  <a:pt x="998051" y="4456034"/>
                  <a:pt x="756029" y="4452859"/>
                </a:cubicBezTo>
                <a:cubicBezTo>
                  <a:pt x="514007" y="4449684"/>
                  <a:pt x="161905" y="4445331"/>
                  <a:pt x="0" y="4452859"/>
                </a:cubicBezTo>
                <a:cubicBezTo>
                  <a:pt x="-18139" y="4292790"/>
                  <a:pt x="-8085" y="4093884"/>
                  <a:pt x="0" y="3950322"/>
                </a:cubicBezTo>
                <a:cubicBezTo>
                  <a:pt x="8085" y="3806760"/>
                  <a:pt x="6339" y="3443317"/>
                  <a:pt x="0" y="3225142"/>
                </a:cubicBezTo>
                <a:cubicBezTo>
                  <a:pt x="-6339" y="3006967"/>
                  <a:pt x="29487" y="2697626"/>
                  <a:pt x="0" y="2499962"/>
                </a:cubicBezTo>
                <a:cubicBezTo>
                  <a:pt x="-29487" y="2302298"/>
                  <a:pt x="-20045" y="2230768"/>
                  <a:pt x="0" y="1997425"/>
                </a:cubicBezTo>
                <a:cubicBezTo>
                  <a:pt x="20045" y="1764082"/>
                  <a:pt x="-18819" y="1595452"/>
                  <a:pt x="0" y="1361303"/>
                </a:cubicBezTo>
                <a:cubicBezTo>
                  <a:pt x="18819" y="1127154"/>
                  <a:pt x="6739" y="951960"/>
                  <a:pt x="0" y="814237"/>
                </a:cubicBezTo>
                <a:cubicBezTo>
                  <a:pt x="-6739" y="676514"/>
                  <a:pt x="-19422" y="306939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1463804070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</p:txBody>
      </p:sp>
      <p:sp>
        <p:nvSpPr>
          <p:cNvPr id="23" name="Retângulo 22">
            <a:extLst>
              <a:ext uri="{FF2B5EF4-FFF2-40B4-BE49-F238E27FC236}">
                <a16:creationId xmlns:a16="http://schemas.microsoft.com/office/drawing/2014/main" id="{BEFC2E99-6C7C-EE96-935F-F58B115184D8}"/>
              </a:ext>
            </a:extLst>
          </p:cNvPr>
          <p:cNvSpPr/>
          <p:nvPr/>
        </p:nvSpPr>
        <p:spPr>
          <a:xfrm>
            <a:off x="164701" y="1987023"/>
            <a:ext cx="2596558" cy="4431983"/>
          </a:xfrm>
          <a:custGeom>
            <a:avLst/>
            <a:gdLst>
              <a:gd name="csX0" fmla="*/ 0 w 2596558"/>
              <a:gd name="csY0" fmla="*/ 0 h 4431983"/>
              <a:gd name="csX1" fmla="*/ 571243 w 2596558"/>
              <a:gd name="csY1" fmla="*/ 0 h 4431983"/>
              <a:gd name="csX2" fmla="*/ 1220382 w 2596558"/>
              <a:gd name="csY2" fmla="*/ 0 h 4431983"/>
              <a:gd name="csX3" fmla="*/ 1895487 w 2596558"/>
              <a:gd name="csY3" fmla="*/ 0 h 4431983"/>
              <a:gd name="csX4" fmla="*/ 2596558 w 2596558"/>
              <a:gd name="csY4" fmla="*/ 0 h 4431983"/>
              <a:gd name="csX5" fmla="*/ 2596558 w 2596558"/>
              <a:gd name="csY5" fmla="*/ 677460 h 4431983"/>
              <a:gd name="csX6" fmla="*/ 2596558 w 2596558"/>
              <a:gd name="csY6" fmla="*/ 1221961 h 4431983"/>
              <a:gd name="csX7" fmla="*/ 2596558 w 2596558"/>
              <a:gd name="csY7" fmla="*/ 1855101 h 4431983"/>
              <a:gd name="csX8" fmla="*/ 2596558 w 2596558"/>
              <a:gd name="csY8" fmla="*/ 2443922 h 4431983"/>
              <a:gd name="csX9" fmla="*/ 2596558 w 2596558"/>
              <a:gd name="csY9" fmla="*/ 2944103 h 4431983"/>
              <a:gd name="csX10" fmla="*/ 2596558 w 2596558"/>
              <a:gd name="csY10" fmla="*/ 3488604 h 4431983"/>
              <a:gd name="csX11" fmla="*/ 2596558 w 2596558"/>
              <a:gd name="csY11" fmla="*/ 4431983 h 4431983"/>
              <a:gd name="csX12" fmla="*/ 1973384 w 2596558"/>
              <a:gd name="csY12" fmla="*/ 4431983 h 4431983"/>
              <a:gd name="csX13" fmla="*/ 1402141 w 2596558"/>
              <a:gd name="csY13" fmla="*/ 4431983 h 4431983"/>
              <a:gd name="csX14" fmla="*/ 727036 w 2596558"/>
              <a:gd name="csY14" fmla="*/ 4431983 h 4431983"/>
              <a:gd name="csX15" fmla="*/ 0 w 2596558"/>
              <a:gd name="csY15" fmla="*/ 4431983 h 4431983"/>
              <a:gd name="csX16" fmla="*/ 0 w 2596558"/>
              <a:gd name="csY16" fmla="*/ 3887482 h 4431983"/>
              <a:gd name="csX17" fmla="*/ 0 w 2596558"/>
              <a:gd name="csY17" fmla="*/ 3210022 h 4431983"/>
              <a:gd name="csX18" fmla="*/ 0 w 2596558"/>
              <a:gd name="csY18" fmla="*/ 2709841 h 4431983"/>
              <a:gd name="csX19" fmla="*/ 0 w 2596558"/>
              <a:gd name="csY19" fmla="*/ 1988061 h 4431983"/>
              <a:gd name="csX20" fmla="*/ 0 w 2596558"/>
              <a:gd name="csY20" fmla="*/ 1487880 h 4431983"/>
              <a:gd name="csX21" fmla="*/ 0 w 2596558"/>
              <a:gd name="csY21" fmla="*/ 854740 h 4431983"/>
              <a:gd name="csX22" fmla="*/ 0 w 2596558"/>
              <a:gd name="csY22" fmla="*/ 0 h 443198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596558" h="4431983" fill="none" extrusionOk="0">
                <a:moveTo>
                  <a:pt x="0" y="0"/>
                </a:moveTo>
                <a:cubicBezTo>
                  <a:pt x="235904" y="27580"/>
                  <a:pt x="430618" y="22965"/>
                  <a:pt x="571243" y="0"/>
                </a:cubicBezTo>
                <a:cubicBezTo>
                  <a:pt x="711868" y="-22965"/>
                  <a:pt x="924533" y="-9328"/>
                  <a:pt x="1220382" y="0"/>
                </a:cubicBezTo>
                <a:cubicBezTo>
                  <a:pt x="1516231" y="9328"/>
                  <a:pt x="1586974" y="22416"/>
                  <a:pt x="1895487" y="0"/>
                </a:cubicBezTo>
                <a:cubicBezTo>
                  <a:pt x="2204001" y="-22416"/>
                  <a:pt x="2247746" y="-14504"/>
                  <a:pt x="2596558" y="0"/>
                </a:cubicBezTo>
                <a:cubicBezTo>
                  <a:pt x="2602591" y="208051"/>
                  <a:pt x="2623701" y="456222"/>
                  <a:pt x="2596558" y="677460"/>
                </a:cubicBezTo>
                <a:cubicBezTo>
                  <a:pt x="2569415" y="898698"/>
                  <a:pt x="2603686" y="1060348"/>
                  <a:pt x="2596558" y="1221961"/>
                </a:cubicBezTo>
                <a:cubicBezTo>
                  <a:pt x="2589430" y="1383574"/>
                  <a:pt x="2579501" y="1719002"/>
                  <a:pt x="2596558" y="1855101"/>
                </a:cubicBezTo>
                <a:cubicBezTo>
                  <a:pt x="2613615" y="1991200"/>
                  <a:pt x="2615027" y="2235975"/>
                  <a:pt x="2596558" y="2443922"/>
                </a:cubicBezTo>
                <a:cubicBezTo>
                  <a:pt x="2578089" y="2651869"/>
                  <a:pt x="2618329" y="2824673"/>
                  <a:pt x="2596558" y="2944103"/>
                </a:cubicBezTo>
                <a:cubicBezTo>
                  <a:pt x="2574787" y="3063533"/>
                  <a:pt x="2603937" y="3379016"/>
                  <a:pt x="2596558" y="3488604"/>
                </a:cubicBezTo>
                <a:cubicBezTo>
                  <a:pt x="2589179" y="3598192"/>
                  <a:pt x="2584107" y="4211405"/>
                  <a:pt x="2596558" y="4431983"/>
                </a:cubicBezTo>
                <a:cubicBezTo>
                  <a:pt x="2297754" y="4409089"/>
                  <a:pt x="2140909" y="4409303"/>
                  <a:pt x="1973384" y="4431983"/>
                </a:cubicBezTo>
                <a:cubicBezTo>
                  <a:pt x="1805859" y="4454663"/>
                  <a:pt x="1544969" y="4441851"/>
                  <a:pt x="1402141" y="4431983"/>
                </a:cubicBezTo>
                <a:cubicBezTo>
                  <a:pt x="1259313" y="4422115"/>
                  <a:pt x="1050181" y="4398748"/>
                  <a:pt x="727036" y="4431983"/>
                </a:cubicBezTo>
                <a:cubicBezTo>
                  <a:pt x="403892" y="4465218"/>
                  <a:pt x="330693" y="4458616"/>
                  <a:pt x="0" y="4431983"/>
                </a:cubicBezTo>
                <a:cubicBezTo>
                  <a:pt x="-22557" y="4289868"/>
                  <a:pt x="19758" y="4144968"/>
                  <a:pt x="0" y="3887482"/>
                </a:cubicBezTo>
                <a:cubicBezTo>
                  <a:pt x="-19758" y="3629996"/>
                  <a:pt x="8907" y="3492452"/>
                  <a:pt x="0" y="3210022"/>
                </a:cubicBezTo>
                <a:cubicBezTo>
                  <a:pt x="-8907" y="2927592"/>
                  <a:pt x="-24065" y="2932944"/>
                  <a:pt x="0" y="2709841"/>
                </a:cubicBezTo>
                <a:cubicBezTo>
                  <a:pt x="24065" y="2486738"/>
                  <a:pt x="-12512" y="2214565"/>
                  <a:pt x="0" y="1988061"/>
                </a:cubicBezTo>
                <a:cubicBezTo>
                  <a:pt x="12512" y="1761557"/>
                  <a:pt x="-6795" y="1659151"/>
                  <a:pt x="0" y="1487880"/>
                </a:cubicBezTo>
                <a:cubicBezTo>
                  <a:pt x="6795" y="1316609"/>
                  <a:pt x="-30713" y="1169426"/>
                  <a:pt x="0" y="854740"/>
                </a:cubicBezTo>
                <a:cubicBezTo>
                  <a:pt x="30713" y="540054"/>
                  <a:pt x="-33151" y="209158"/>
                  <a:pt x="0" y="0"/>
                </a:cubicBezTo>
                <a:close/>
              </a:path>
              <a:path w="2596558" h="4431983" stroke="0" extrusionOk="0">
                <a:moveTo>
                  <a:pt x="0" y="0"/>
                </a:moveTo>
                <a:cubicBezTo>
                  <a:pt x="267671" y="16394"/>
                  <a:pt x="403744" y="-24667"/>
                  <a:pt x="571243" y="0"/>
                </a:cubicBezTo>
                <a:cubicBezTo>
                  <a:pt x="738742" y="24667"/>
                  <a:pt x="985315" y="20534"/>
                  <a:pt x="1272313" y="0"/>
                </a:cubicBezTo>
                <a:cubicBezTo>
                  <a:pt x="1559311" y="-20534"/>
                  <a:pt x="1703236" y="-23992"/>
                  <a:pt x="1843556" y="0"/>
                </a:cubicBezTo>
                <a:cubicBezTo>
                  <a:pt x="1983876" y="23992"/>
                  <a:pt x="2332132" y="-2725"/>
                  <a:pt x="2596558" y="0"/>
                </a:cubicBezTo>
                <a:cubicBezTo>
                  <a:pt x="2615846" y="285025"/>
                  <a:pt x="2619482" y="506759"/>
                  <a:pt x="2596558" y="721780"/>
                </a:cubicBezTo>
                <a:cubicBezTo>
                  <a:pt x="2573634" y="936801"/>
                  <a:pt x="2600618" y="989037"/>
                  <a:pt x="2596558" y="1221961"/>
                </a:cubicBezTo>
                <a:cubicBezTo>
                  <a:pt x="2592498" y="1454885"/>
                  <a:pt x="2623335" y="1664237"/>
                  <a:pt x="2596558" y="1810782"/>
                </a:cubicBezTo>
                <a:cubicBezTo>
                  <a:pt x="2569781" y="1957327"/>
                  <a:pt x="2599911" y="2179683"/>
                  <a:pt x="2596558" y="2355282"/>
                </a:cubicBezTo>
                <a:cubicBezTo>
                  <a:pt x="2593205" y="2530881"/>
                  <a:pt x="2572208" y="2790130"/>
                  <a:pt x="2596558" y="2988423"/>
                </a:cubicBezTo>
                <a:cubicBezTo>
                  <a:pt x="2620908" y="3186716"/>
                  <a:pt x="2623968" y="3352712"/>
                  <a:pt x="2596558" y="3710203"/>
                </a:cubicBezTo>
                <a:cubicBezTo>
                  <a:pt x="2569148" y="4067694"/>
                  <a:pt x="2621946" y="4132073"/>
                  <a:pt x="2596558" y="4431983"/>
                </a:cubicBezTo>
                <a:cubicBezTo>
                  <a:pt x="2295423" y="4461595"/>
                  <a:pt x="2207950" y="4445169"/>
                  <a:pt x="1921453" y="4431983"/>
                </a:cubicBezTo>
                <a:cubicBezTo>
                  <a:pt x="1634956" y="4418797"/>
                  <a:pt x="1508524" y="4422251"/>
                  <a:pt x="1298279" y="4431983"/>
                </a:cubicBezTo>
                <a:cubicBezTo>
                  <a:pt x="1088034" y="4441715"/>
                  <a:pt x="857575" y="4412197"/>
                  <a:pt x="649140" y="4431983"/>
                </a:cubicBezTo>
                <a:cubicBezTo>
                  <a:pt x="440705" y="4451769"/>
                  <a:pt x="247284" y="4444732"/>
                  <a:pt x="0" y="4431983"/>
                </a:cubicBezTo>
                <a:cubicBezTo>
                  <a:pt x="23637" y="4155074"/>
                  <a:pt x="12954" y="3931843"/>
                  <a:pt x="0" y="3798843"/>
                </a:cubicBezTo>
                <a:cubicBezTo>
                  <a:pt x="-12954" y="3665843"/>
                  <a:pt x="-15121" y="3377966"/>
                  <a:pt x="0" y="3077062"/>
                </a:cubicBezTo>
                <a:cubicBezTo>
                  <a:pt x="15121" y="2776158"/>
                  <a:pt x="-98" y="2558843"/>
                  <a:pt x="0" y="2399602"/>
                </a:cubicBezTo>
                <a:cubicBezTo>
                  <a:pt x="98" y="2240361"/>
                  <a:pt x="4498" y="2038069"/>
                  <a:pt x="0" y="1899421"/>
                </a:cubicBezTo>
                <a:cubicBezTo>
                  <a:pt x="-4498" y="1760773"/>
                  <a:pt x="28608" y="1441594"/>
                  <a:pt x="0" y="1177641"/>
                </a:cubicBezTo>
                <a:cubicBezTo>
                  <a:pt x="-28608" y="913688"/>
                  <a:pt x="-8848" y="812745"/>
                  <a:pt x="0" y="677460"/>
                </a:cubicBezTo>
                <a:cubicBezTo>
                  <a:pt x="8848" y="542175"/>
                  <a:pt x="12952" y="32293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317860304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</p:txBody>
      </p:sp>
      <p:pic>
        <p:nvPicPr>
          <p:cNvPr id="21" name="Imagem 20">
            <a:extLst>
              <a:ext uri="{FF2B5EF4-FFF2-40B4-BE49-F238E27FC236}">
                <a16:creationId xmlns:a16="http://schemas.microsoft.com/office/drawing/2014/main" id="{92FBD1F5-DE0E-EC86-944A-84D2D78B4572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377" r="4219"/>
          <a:stretch>
            <a:fillRect/>
          </a:stretch>
        </p:blipFill>
        <p:spPr>
          <a:xfrm>
            <a:off x="242989" y="2272754"/>
            <a:ext cx="2442623" cy="1106618"/>
          </a:xfrm>
          <a:prstGeom prst="rect">
            <a:avLst/>
          </a:prstGeom>
        </p:spPr>
      </p:pic>
      <p:sp>
        <p:nvSpPr>
          <p:cNvPr id="22" name="CaixaDeTexto 35">
            <a:extLst>
              <a:ext uri="{FF2B5EF4-FFF2-40B4-BE49-F238E27FC236}">
                <a16:creationId xmlns:a16="http://schemas.microsoft.com/office/drawing/2014/main" id="{ED98BD11-390B-2BD9-A84F-191884F688BA}"/>
              </a:ext>
            </a:extLst>
          </p:cNvPr>
          <p:cNvSpPr txBox="1"/>
          <p:nvPr/>
        </p:nvSpPr>
        <p:spPr>
          <a:xfrm>
            <a:off x="263864" y="3871714"/>
            <a:ext cx="2394690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1500" b="1" dirty="0">
                <a:latin typeface="Aptos Black"/>
              </a:rPr>
              <a:t>Estrutura do projeto:</a:t>
            </a:r>
          </a:p>
          <a:p>
            <a:endParaRPr lang="pt-BR" sz="1500" b="1" dirty="0">
              <a:latin typeface="Aptos Black"/>
            </a:endParaRPr>
          </a:p>
          <a:p>
            <a:r>
              <a:rPr lang="pt-BR" sz="1500" b="1" dirty="0"/>
              <a:t>Aglutinadora (instituição proponente) </a:t>
            </a:r>
            <a:r>
              <a:rPr lang="pt-BR" sz="1500" dirty="0"/>
              <a:t>que coordena um arranjo integrado de subprojetos de outras organizações, denominadas </a:t>
            </a:r>
            <a:r>
              <a:rPr lang="pt-BR" sz="1500" b="1" dirty="0"/>
              <a:t>aglutinadas</a:t>
            </a:r>
            <a:endParaRPr lang="pt-BR" sz="1500" dirty="0"/>
          </a:p>
        </p:txBody>
      </p:sp>
      <p:pic>
        <p:nvPicPr>
          <p:cNvPr id="24" name="Imagem 23">
            <a:extLst>
              <a:ext uri="{FF2B5EF4-FFF2-40B4-BE49-F238E27FC236}">
                <a16:creationId xmlns:a16="http://schemas.microsoft.com/office/drawing/2014/main" id="{7B26AABD-23ED-9C7C-6ABF-25C78179886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-393" t="-610" r="2041" b="1164"/>
          <a:stretch>
            <a:fillRect/>
          </a:stretch>
        </p:blipFill>
        <p:spPr>
          <a:xfrm>
            <a:off x="2897405" y="1959163"/>
            <a:ext cx="3634181" cy="4463025"/>
          </a:xfrm>
          <a:prstGeom prst="rect">
            <a:avLst/>
          </a:prstGeom>
        </p:spPr>
      </p:pic>
      <p:sp>
        <p:nvSpPr>
          <p:cNvPr id="25" name="Retângulo 24">
            <a:extLst>
              <a:ext uri="{FF2B5EF4-FFF2-40B4-BE49-F238E27FC236}">
                <a16:creationId xmlns:a16="http://schemas.microsoft.com/office/drawing/2014/main" id="{B1E18834-1892-0794-BF12-71A31181F609}"/>
              </a:ext>
            </a:extLst>
          </p:cNvPr>
          <p:cNvSpPr/>
          <p:nvPr/>
        </p:nvSpPr>
        <p:spPr>
          <a:xfrm>
            <a:off x="2899550" y="1985754"/>
            <a:ext cx="3632450" cy="4442420"/>
          </a:xfrm>
          <a:custGeom>
            <a:avLst/>
            <a:gdLst>
              <a:gd name="csX0" fmla="*/ 0 w 3632450"/>
              <a:gd name="csY0" fmla="*/ 0 h 4442420"/>
              <a:gd name="csX1" fmla="*/ 678057 w 3632450"/>
              <a:gd name="csY1" fmla="*/ 0 h 4442420"/>
              <a:gd name="csX2" fmla="*/ 1210817 w 3632450"/>
              <a:gd name="csY2" fmla="*/ 0 h 4442420"/>
              <a:gd name="csX3" fmla="*/ 1852550 w 3632450"/>
              <a:gd name="csY3" fmla="*/ 0 h 4442420"/>
              <a:gd name="csX4" fmla="*/ 2421633 w 3632450"/>
              <a:gd name="csY4" fmla="*/ 0 h 4442420"/>
              <a:gd name="csX5" fmla="*/ 2918068 w 3632450"/>
              <a:gd name="csY5" fmla="*/ 0 h 4442420"/>
              <a:gd name="csX6" fmla="*/ 3632450 w 3632450"/>
              <a:gd name="csY6" fmla="*/ 0 h 4442420"/>
              <a:gd name="csX7" fmla="*/ 3632450 w 3632450"/>
              <a:gd name="csY7" fmla="*/ 634631 h 4442420"/>
              <a:gd name="csX8" fmla="*/ 3632450 w 3632450"/>
              <a:gd name="csY8" fmla="*/ 1135990 h 4442420"/>
              <a:gd name="csX9" fmla="*/ 3632450 w 3632450"/>
              <a:gd name="csY9" fmla="*/ 1681773 h 4442420"/>
              <a:gd name="csX10" fmla="*/ 3632450 w 3632450"/>
              <a:gd name="csY10" fmla="*/ 2360829 h 4442420"/>
              <a:gd name="csX11" fmla="*/ 3632450 w 3632450"/>
              <a:gd name="csY11" fmla="*/ 3084309 h 4442420"/>
              <a:gd name="csX12" fmla="*/ 3632450 w 3632450"/>
              <a:gd name="csY12" fmla="*/ 3718940 h 4442420"/>
              <a:gd name="csX13" fmla="*/ 3632450 w 3632450"/>
              <a:gd name="csY13" fmla="*/ 4442420 h 4442420"/>
              <a:gd name="csX14" fmla="*/ 3027042 w 3632450"/>
              <a:gd name="csY14" fmla="*/ 4442420 h 4442420"/>
              <a:gd name="csX15" fmla="*/ 2385309 w 3632450"/>
              <a:gd name="csY15" fmla="*/ 4442420 h 4442420"/>
              <a:gd name="csX16" fmla="*/ 1779901 w 3632450"/>
              <a:gd name="csY16" fmla="*/ 4442420 h 4442420"/>
              <a:gd name="csX17" fmla="*/ 1138168 w 3632450"/>
              <a:gd name="csY17" fmla="*/ 4442420 h 4442420"/>
              <a:gd name="csX18" fmla="*/ 605408 w 3632450"/>
              <a:gd name="csY18" fmla="*/ 4442420 h 4442420"/>
              <a:gd name="csX19" fmla="*/ 0 w 3632450"/>
              <a:gd name="csY19" fmla="*/ 4442420 h 4442420"/>
              <a:gd name="csX20" fmla="*/ 0 w 3632450"/>
              <a:gd name="csY20" fmla="*/ 3763364 h 4442420"/>
              <a:gd name="csX21" fmla="*/ 0 w 3632450"/>
              <a:gd name="csY21" fmla="*/ 3039885 h 4442420"/>
              <a:gd name="csX22" fmla="*/ 0 w 3632450"/>
              <a:gd name="csY22" fmla="*/ 2405253 h 4442420"/>
              <a:gd name="csX23" fmla="*/ 0 w 3632450"/>
              <a:gd name="csY23" fmla="*/ 1815046 h 4442420"/>
              <a:gd name="csX24" fmla="*/ 0 w 3632450"/>
              <a:gd name="csY24" fmla="*/ 1313687 h 4442420"/>
              <a:gd name="csX25" fmla="*/ 0 w 3632450"/>
              <a:gd name="csY25" fmla="*/ 679056 h 4442420"/>
              <a:gd name="csX26" fmla="*/ 0 w 3632450"/>
              <a:gd name="csY26" fmla="*/ 0 h 444242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</a:cxnLst>
            <a:rect l="l" t="t" r="r" b="b"/>
            <a:pathLst>
              <a:path w="3632450" h="4442420" extrusionOk="0">
                <a:moveTo>
                  <a:pt x="0" y="0"/>
                </a:moveTo>
                <a:cubicBezTo>
                  <a:pt x="250937" y="9010"/>
                  <a:pt x="342971" y="-32837"/>
                  <a:pt x="678057" y="0"/>
                </a:cubicBezTo>
                <a:cubicBezTo>
                  <a:pt x="1013143" y="32837"/>
                  <a:pt x="955769" y="-1737"/>
                  <a:pt x="1210817" y="0"/>
                </a:cubicBezTo>
                <a:cubicBezTo>
                  <a:pt x="1465865" y="1737"/>
                  <a:pt x="1671256" y="3444"/>
                  <a:pt x="1852550" y="0"/>
                </a:cubicBezTo>
                <a:cubicBezTo>
                  <a:pt x="2033844" y="-3444"/>
                  <a:pt x="2262235" y="-7333"/>
                  <a:pt x="2421633" y="0"/>
                </a:cubicBezTo>
                <a:cubicBezTo>
                  <a:pt x="2581031" y="7333"/>
                  <a:pt x="2805127" y="-20826"/>
                  <a:pt x="2918068" y="0"/>
                </a:cubicBezTo>
                <a:cubicBezTo>
                  <a:pt x="3031009" y="20826"/>
                  <a:pt x="3278478" y="-28742"/>
                  <a:pt x="3632450" y="0"/>
                </a:cubicBezTo>
                <a:cubicBezTo>
                  <a:pt x="3637976" y="219071"/>
                  <a:pt x="3656278" y="490863"/>
                  <a:pt x="3632450" y="634631"/>
                </a:cubicBezTo>
                <a:cubicBezTo>
                  <a:pt x="3608622" y="778399"/>
                  <a:pt x="3622960" y="953262"/>
                  <a:pt x="3632450" y="1135990"/>
                </a:cubicBezTo>
                <a:cubicBezTo>
                  <a:pt x="3641940" y="1318718"/>
                  <a:pt x="3648312" y="1488845"/>
                  <a:pt x="3632450" y="1681773"/>
                </a:cubicBezTo>
                <a:cubicBezTo>
                  <a:pt x="3616588" y="1874701"/>
                  <a:pt x="3643130" y="2194278"/>
                  <a:pt x="3632450" y="2360829"/>
                </a:cubicBezTo>
                <a:cubicBezTo>
                  <a:pt x="3621770" y="2527380"/>
                  <a:pt x="3606591" y="2892377"/>
                  <a:pt x="3632450" y="3084309"/>
                </a:cubicBezTo>
                <a:cubicBezTo>
                  <a:pt x="3658309" y="3276241"/>
                  <a:pt x="3617709" y="3409805"/>
                  <a:pt x="3632450" y="3718940"/>
                </a:cubicBezTo>
                <a:cubicBezTo>
                  <a:pt x="3647191" y="4028075"/>
                  <a:pt x="3635827" y="4278144"/>
                  <a:pt x="3632450" y="4442420"/>
                </a:cubicBezTo>
                <a:cubicBezTo>
                  <a:pt x="3388221" y="4446171"/>
                  <a:pt x="3325780" y="4456242"/>
                  <a:pt x="3027042" y="4442420"/>
                </a:cubicBezTo>
                <a:cubicBezTo>
                  <a:pt x="2728304" y="4428598"/>
                  <a:pt x="2543466" y="4454156"/>
                  <a:pt x="2385309" y="4442420"/>
                </a:cubicBezTo>
                <a:cubicBezTo>
                  <a:pt x="2227152" y="4430684"/>
                  <a:pt x="1991791" y="4426552"/>
                  <a:pt x="1779901" y="4442420"/>
                </a:cubicBezTo>
                <a:cubicBezTo>
                  <a:pt x="1568011" y="4458288"/>
                  <a:pt x="1343825" y="4414643"/>
                  <a:pt x="1138168" y="4442420"/>
                </a:cubicBezTo>
                <a:cubicBezTo>
                  <a:pt x="932511" y="4470197"/>
                  <a:pt x="826472" y="4465899"/>
                  <a:pt x="605408" y="4442420"/>
                </a:cubicBezTo>
                <a:cubicBezTo>
                  <a:pt x="384344" y="4418941"/>
                  <a:pt x="207420" y="4450379"/>
                  <a:pt x="0" y="4442420"/>
                </a:cubicBezTo>
                <a:cubicBezTo>
                  <a:pt x="12623" y="4170451"/>
                  <a:pt x="-13260" y="3991244"/>
                  <a:pt x="0" y="3763364"/>
                </a:cubicBezTo>
                <a:cubicBezTo>
                  <a:pt x="13260" y="3535484"/>
                  <a:pt x="19029" y="3358334"/>
                  <a:pt x="0" y="3039885"/>
                </a:cubicBezTo>
                <a:cubicBezTo>
                  <a:pt x="-19029" y="2721436"/>
                  <a:pt x="-25865" y="2651096"/>
                  <a:pt x="0" y="2405253"/>
                </a:cubicBezTo>
                <a:cubicBezTo>
                  <a:pt x="25865" y="2159410"/>
                  <a:pt x="-12563" y="2044801"/>
                  <a:pt x="0" y="1815046"/>
                </a:cubicBezTo>
                <a:cubicBezTo>
                  <a:pt x="12563" y="1585291"/>
                  <a:pt x="-17148" y="1499438"/>
                  <a:pt x="0" y="1313687"/>
                </a:cubicBezTo>
                <a:cubicBezTo>
                  <a:pt x="17148" y="1127936"/>
                  <a:pt x="14656" y="956525"/>
                  <a:pt x="0" y="679056"/>
                </a:cubicBezTo>
                <a:cubicBezTo>
                  <a:pt x="-14656" y="401587"/>
                  <a:pt x="6724" y="309804"/>
                  <a:pt x="0" y="0"/>
                </a:cubicBezTo>
                <a:close/>
              </a:path>
            </a:pathLst>
          </a:custGeom>
          <a:noFill/>
          <a:ln w="28575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886257637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</p:txBody>
      </p:sp>
      <p:sp>
        <p:nvSpPr>
          <p:cNvPr id="2" name="CaixaDeTexto 35">
            <a:extLst>
              <a:ext uri="{FF2B5EF4-FFF2-40B4-BE49-F238E27FC236}">
                <a16:creationId xmlns:a16="http://schemas.microsoft.com/office/drawing/2014/main" id="{20113C11-8CC0-7C59-B889-478E74698A50}"/>
              </a:ext>
            </a:extLst>
          </p:cNvPr>
          <p:cNvSpPr txBox="1"/>
          <p:nvPr/>
        </p:nvSpPr>
        <p:spPr>
          <a:xfrm>
            <a:off x="6876564" y="2504288"/>
            <a:ext cx="2165046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5750" indent="-285750">
              <a:buFont typeface="Wingdings,Sans-Serif"/>
              <a:buChar char="ü"/>
            </a:pPr>
            <a:r>
              <a:rPr lang="pt-BR" b="1" dirty="0">
                <a:latin typeface="Dubai"/>
                <a:cs typeface="Dubai"/>
              </a:rPr>
              <a:t>RETOMADA DAS NEGOCIAÇÕES</a:t>
            </a:r>
            <a:endParaRPr lang="en-US" dirty="0">
              <a:latin typeface="Dubai"/>
              <a:cs typeface="Dubai"/>
            </a:endParaRPr>
          </a:p>
          <a:p>
            <a:pPr marL="285750" indent="-285750">
              <a:buFont typeface="Wingdings,Sans-Serif"/>
              <a:buChar char="ü"/>
            </a:pPr>
            <a:endParaRPr lang="pt-BR" dirty="0">
              <a:latin typeface="Dubai"/>
              <a:cs typeface="Dubai"/>
            </a:endParaRPr>
          </a:p>
          <a:p>
            <a:pPr marL="285750" indent="-285750">
              <a:buFont typeface="Wingdings,Sans-Serif"/>
              <a:buChar char="ü"/>
            </a:pPr>
            <a:r>
              <a:rPr lang="pt-BR" b="1" dirty="0">
                <a:latin typeface="Dubai"/>
                <a:cs typeface="Dubai"/>
              </a:rPr>
              <a:t>AJUSTES TÉCNICOS E FINANCEIROS NO PROJETO</a:t>
            </a:r>
            <a:endParaRPr lang="en-US" dirty="0">
              <a:latin typeface="Dubai"/>
              <a:cs typeface="Dubai"/>
            </a:endParaRPr>
          </a:p>
          <a:p>
            <a:pPr marL="285750" indent="-285750">
              <a:buFont typeface="Wingdings,Sans-Serif"/>
              <a:buChar char="ü"/>
            </a:pPr>
            <a:endParaRPr lang="pt-BR" dirty="0">
              <a:latin typeface="Dubai"/>
              <a:cs typeface="Dubai"/>
            </a:endParaRPr>
          </a:p>
          <a:p>
            <a:pPr marL="285750" indent="-285750">
              <a:buFont typeface="Wingdings,Sans-Serif"/>
              <a:buChar char="ü"/>
            </a:pPr>
            <a:r>
              <a:rPr lang="pt-BR" b="1" dirty="0">
                <a:latin typeface="Aptos Black"/>
                <a:cs typeface="Dubai"/>
              </a:rPr>
              <a:t>NOVO ORÇAMENTO</a:t>
            </a:r>
            <a:r>
              <a:rPr lang="pt-BR" b="1" dirty="0">
                <a:solidFill>
                  <a:srgbClr val="000000"/>
                </a:solidFill>
                <a:latin typeface="Aptos Black"/>
                <a:cs typeface="Dubai"/>
              </a:rPr>
              <a:t>:</a:t>
            </a:r>
            <a:r>
              <a:rPr lang="pt-BR" b="1" dirty="0">
                <a:solidFill>
                  <a:srgbClr val="394D1B"/>
                </a:solidFill>
                <a:latin typeface="Dubai"/>
                <a:cs typeface="Dubai"/>
              </a:rPr>
              <a:t> </a:t>
            </a:r>
            <a:br>
              <a:rPr lang="pt-BR" b="1" dirty="0">
                <a:solidFill>
                  <a:srgbClr val="394D1B"/>
                </a:solidFill>
                <a:latin typeface="Dubai"/>
                <a:cs typeface="Dubai"/>
              </a:rPr>
            </a:br>
            <a:r>
              <a:rPr lang="pt-BR" b="1" dirty="0">
                <a:latin typeface="Dubai"/>
                <a:cs typeface="Dubai"/>
              </a:rPr>
              <a:t>VALOR DE R$ 38.988.636,52</a:t>
            </a:r>
            <a:endParaRPr lang="pt-BR" dirty="0">
              <a:latin typeface="Dubai"/>
              <a:cs typeface="Dubai"/>
            </a:endParaRPr>
          </a:p>
        </p:txBody>
      </p:sp>
      <p:sp>
        <p:nvSpPr>
          <p:cNvPr id="6" name="Retângulo 5">
            <a:extLst>
              <a:ext uri="{FF2B5EF4-FFF2-40B4-BE49-F238E27FC236}">
                <a16:creationId xmlns:a16="http://schemas.microsoft.com/office/drawing/2014/main" id="{E998E5FA-4E2E-4C6F-81EE-DC55C7FCA7BC}"/>
              </a:ext>
            </a:extLst>
          </p:cNvPr>
          <p:cNvSpPr/>
          <p:nvPr/>
        </p:nvSpPr>
        <p:spPr>
          <a:xfrm>
            <a:off x="9413084" y="1966145"/>
            <a:ext cx="2606996" cy="4452859"/>
          </a:xfrm>
          <a:custGeom>
            <a:avLst/>
            <a:gdLst>
              <a:gd name="csX0" fmla="*/ 0 w 2606996"/>
              <a:gd name="csY0" fmla="*/ 0 h 4452859"/>
              <a:gd name="csX1" fmla="*/ 625679 w 2606996"/>
              <a:gd name="csY1" fmla="*/ 0 h 4452859"/>
              <a:gd name="csX2" fmla="*/ 1199218 w 2606996"/>
              <a:gd name="csY2" fmla="*/ 0 h 4452859"/>
              <a:gd name="csX3" fmla="*/ 1850967 w 2606996"/>
              <a:gd name="csY3" fmla="*/ 0 h 4452859"/>
              <a:gd name="csX4" fmla="*/ 2606996 w 2606996"/>
              <a:gd name="csY4" fmla="*/ 0 h 4452859"/>
              <a:gd name="csX5" fmla="*/ 2606996 w 2606996"/>
              <a:gd name="csY5" fmla="*/ 502537 h 4452859"/>
              <a:gd name="csX6" fmla="*/ 2606996 w 2606996"/>
              <a:gd name="csY6" fmla="*/ 1094131 h 4452859"/>
              <a:gd name="csX7" fmla="*/ 2606996 w 2606996"/>
              <a:gd name="csY7" fmla="*/ 1596668 h 4452859"/>
              <a:gd name="csX8" fmla="*/ 2606996 w 2606996"/>
              <a:gd name="csY8" fmla="*/ 2277319 h 4452859"/>
              <a:gd name="csX9" fmla="*/ 2606996 w 2606996"/>
              <a:gd name="csY9" fmla="*/ 2913442 h 4452859"/>
              <a:gd name="csX10" fmla="*/ 2606996 w 2606996"/>
              <a:gd name="csY10" fmla="*/ 3549565 h 4452859"/>
              <a:gd name="csX11" fmla="*/ 2606996 w 2606996"/>
              <a:gd name="csY11" fmla="*/ 4452859 h 4452859"/>
              <a:gd name="csX12" fmla="*/ 1903107 w 2606996"/>
              <a:gd name="csY12" fmla="*/ 4452859 h 4452859"/>
              <a:gd name="csX13" fmla="*/ 1303498 w 2606996"/>
              <a:gd name="csY13" fmla="*/ 4452859 h 4452859"/>
              <a:gd name="csX14" fmla="*/ 625679 w 2606996"/>
              <a:gd name="csY14" fmla="*/ 4452859 h 4452859"/>
              <a:gd name="csX15" fmla="*/ 0 w 2606996"/>
              <a:gd name="csY15" fmla="*/ 4452859 h 4452859"/>
              <a:gd name="csX16" fmla="*/ 0 w 2606996"/>
              <a:gd name="csY16" fmla="*/ 3816736 h 4452859"/>
              <a:gd name="csX17" fmla="*/ 0 w 2606996"/>
              <a:gd name="csY17" fmla="*/ 3269671 h 4452859"/>
              <a:gd name="csX18" fmla="*/ 0 w 2606996"/>
              <a:gd name="csY18" fmla="*/ 2633548 h 4452859"/>
              <a:gd name="csX19" fmla="*/ 0 w 2606996"/>
              <a:gd name="csY19" fmla="*/ 1997425 h 4452859"/>
              <a:gd name="csX20" fmla="*/ 0 w 2606996"/>
              <a:gd name="csY20" fmla="*/ 1405831 h 4452859"/>
              <a:gd name="csX21" fmla="*/ 0 w 2606996"/>
              <a:gd name="csY21" fmla="*/ 680651 h 4452859"/>
              <a:gd name="csX22" fmla="*/ 0 w 2606996"/>
              <a:gd name="csY22" fmla="*/ 0 h 445285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</a:cxnLst>
            <a:rect l="l" t="t" r="r" b="b"/>
            <a:pathLst>
              <a:path w="2606996" h="4452859" fill="none" extrusionOk="0">
                <a:moveTo>
                  <a:pt x="0" y="0"/>
                </a:moveTo>
                <a:cubicBezTo>
                  <a:pt x="207917" y="-8726"/>
                  <a:pt x="476209" y="-16001"/>
                  <a:pt x="625679" y="0"/>
                </a:cubicBezTo>
                <a:cubicBezTo>
                  <a:pt x="775149" y="16001"/>
                  <a:pt x="918451" y="17694"/>
                  <a:pt x="1199218" y="0"/>
                </a:cubicBezTo>
                <a:cubicBezTo>
                  <a:pt x="1479985" y="-17694"/>
                  <a:pt x="1525741" y="-31953"/>
                  <a:pt x="1850967" y="0"/>
                </a:cubicBezTo>
                <a:cubicBezTo>
                  <a:pt x="2176193" y="31953"/>
                  <a:pt x="2402376" y="-29768"/>
                  <a:pt x="2606996" y="0"/>
                </a:cubicBezTo>
                <a:cubicBezTo>
                  <a:pt x="2621630" y="126668"/>
                  <a:pt x="2588656" y="399230"/>
                  <a:pt x="2606996" y="502537"/>
                </a:cubicBezTo>
                <a:cubicBezTo>
                  <a:pt x="2625336" y="605844"/>
                  <a:pt x="2587230" y="943318"/>
                  <a:pt x="2606996" y="1094131"/>
                </a:cubicBezTo>
                <a:cubicBezTo>
                  <a:pt x="2626762" y="1244944"/>
                  <a:pt x="2614361" y="1486512"/>
                  <a:pt x="2606996" y="1596668"/>
                </a:cubicBezTo>
                <a:cubicBezTo>
                  <a:pt x="2599631" y="1706824"/>
                  <a:pt x="2586357" y="2082514"/>
                  <a:pt x="2606996" y="2277319"/>
                </a:cubicBezTo>
                <a:cubicBezTo>
                  <a:pt x="2627635" y="2472124"/>
                  <a:pt x="2617506" y="2721726"/>
                  <a:pt x="2606996" y="2913442"/>
                </a:cubicBezTo>
                <a:cubicBezTo>
                  <a:pt x="2596486" y="3105158"/>
                  <a:pt x="2608817" y="3354863"/>
                  <a:pt x="2606996" y="3549565"/>
                </a:cubicBezTo>
                <a:cubicBezTo>
                  <a:pt x="2605175" y="3744267"/>
                  <a:pt x="2644171" y="4029765"/>
                  <a:pt x="2606996" y="4452859"/>
                </a:cubicBezTo>
                <a:cubicBezTo>
                  <a:pt x="2281241" y="4432367"/>
                  <a:pt x="2229876" y="4427286"/>
                  <a:pt x="1903107" y="4452859"/>
                </a:cubicBezTo>
                <a:cubicBezTo>
                  <a:pt x="1576338" y="4478432"/>
                  <a:pt x="1518927" y="4479221"/>
                  <a:pt x="1303498" y="4452859"/>
                </a:cubicBezTo>
                <a:cubicBezTo>
                  <a:pt x="1088069" y="4426497"/>
                  <a:pt x="872595" y="4466061"/>
                  <a:pt x="625679" y="4452859"/>
                </a:cubicBezTo>
                <a:cubicBezTo>
                  <a:pt x="378763" y="4439657"/>
                  <a:pt x="137476" y="4432527"/>
                  <a:pt x="0" y="4452859"/>
                </a:cubicBezTo>
                <a:cubicBezTo>
                  <a:pt x="28621" y="4198122"/>
                  <a:pt x="-8330" y="4134207"/>
                  <a:pt x="0" y="3816736"/>
                </a:cubicBezTo>
                <a:cubicBezTo>
                  <a:pt x="8330" y="3499265"/>
                  <a:pt x="14550" y="3495804"/>
                  <a:pt x="0" y="3269671"/>
                </a:cubicBezTo>
                <a:cubicBezTo>
                  <a:pt x="-14550" y="3043539"/>
                  <a:pt x="-4152" y="2950055"/>
                  <a:pt x="0" y="2633548"/>
                </a:cubicBezTo>
                <a:cubicBezTo>
                  <a:pt x="4152" y="2317041"/>
                  <a:pt x="-5367" y="2152287"/>
                  <a:pt x="0" y="1997425"/>
                </a:cubicBezTo>
                <a:cubicBezTo>
                  <a:pt x="5367" y="1842563"/>
                  <a:pt x="-21429" y="1654525"/>
                  <a:pt x="0" y="1405831"/>
                </a:cubicBezTo>
                <a:cubicBezTo>
                  <a:pt x="21429" y="1157137"/>
                  <a:pt x="-445" y="880908"/>
                  <a:pt x="0" y="680651"/>
                </a:cubicBezTo>
                <a:cubicBezTo>
                  <a:pt x="445" y="480394"/>
                  <a:pt x="23322" y="182183"/>
                  <a:pt x="0" y="0"/>
                </a:cubicBezTo>
                <a:close/>
              </a:path>
              <a:path w="2606996" h="4452859" stroke="0" extrusionOk="0">
                <a:moveTo>
                  <a:pt x="0" y="0"/>
                </a:moveTo>
                <a:cubicBezTo>
                  <a:pt x="293781" y="24933"/>
                  <a:pt x="475227" y="-10187"/>
                  <a:pt x="677819" y="0"/>
                </a:cubicBezTo>
                <a:cubicBezTo>
                  <a:pt x="880411" y="10187"/>
                  <a:pt x="1013256" y="10015"/>
                  <a:pt x="1277428" y="0"/>
                </a:cubicBezTo>
                <a:cubicBezTo>
                  <a:pt x="1541600" y="-10015"/>
                  <a:pt x="1673711" y="-33890"/>
                  <a:pt x="1955247" y="0"/>
                </a:cubicBezTo>
                <a:cubicBezTo>
                  <a:pt x="2236783" y="33890"/>
                  <a:pt x="2385687" y="-4198"/>
                  <a:pt x="2606996" y="0"/>
                </a:cubicBezTo>
                <a:cubicBezTo>
                  <a:pt x="2625033" y="215953"/>
                  <a:pt x="2638125" y="319747"/>
                  <a:pt x="2606996" y="636123"/>
                </a:cubicBezTo>
                <a:cubicBezTo>
                  <a:pt x="2575867" y="952499"/>
                  <a:pt x="2628752" y="983967"/>
                  <a:pt x="2606996" y="1316774"/>
                </a:cubicBezTo>
                <a:cubicBezTo>
                  <a:pt x="2585240" y="1649581"/>
                  <a:pt x="2595167" y="1750967"/>
                  <a:pt x="2606996" y="2041954"/>
                </a:cubicBezTo>
                <a:cubicBezTo>
                  <a:pt x="2618825" y="2332941"/>
                  <a:pt x="2585518" y="2350107"/>
                  <a:pt x="2606996" y="2544491"/>
                </a:cubicBezTo>
                <a:cubicBezTo>
                  <a:pt x="2628474" y="2738875"/>
                  <a:pt x="2599283" y="2979058"/>
                  <a:pt x="2606996" y="3180614"/>
                </a:cubicBezTo>
                <a:cubicBezTo>
                  <a:pt x="2614709" y="3382170"/>
                  <a:pt x="2620065" y="3440137"/>
                  <a:pt x="2606996" y="3683151"/>
                </a:cubicBezTo>
                <a:cubicBezTo>
                  <a:pt x="2593927" y="3926165"/>
                  <a:pt x="2593945" y="4093566"/>
                  <a:pt x="2606996" y="4452859"/>
                </a:cubicBezTo>
                <a:cubicBezTo>
                  <a:pt x="2322967" y="4473077"/>
                  <a:pt x="2160665" y="4478871"/>
                  <a:pt x="1955247" y="4452859"/>
                </a:cubicBezTo>
                <a:cubicBezTo>
                  <a:pt x="1749829" y="4426847"/>
                  <a:pt x="1558531" y="4437490"/>
                  <a:pt x="1303498" y="4452859"/>
                </a:cubicBezTo>
                <a:cubicBezTo>
                  <a:pt x="1048465" y="4468228"/>
                  <a:pt x="754223" y="4465107"/>
                  <a:pt x="599609" y="4452859"/>
                </a:cubicBezTo>
                <a:cubicBezTo>
                  <a:pt x="444995" y="4440611"/>
                  <a:pt x="297240" y="4428901"/>
                  <a:pt x="0" y="4452859"/>
                </a:cubicBezTo>
                <a:cubicBezTo>
                  <a:pt x="-23560" y="4308936"/>
                  <a:pt x="-11078" y="4005357"/>
                  <a:pt x="0" y="3816736"/>
                </a:cubicBezTo>
                <a:cubicBezTo>
                  <a:pt x="11078" y="3628115"/>
                  <a:pt x="19509" y="3397044"/>
                  <a:pt x="0" y="3269671"/>
                </a:cubicBezTo>
                <a:cubicBezTo>
                  <a:pt x="-19509" y="3142299"/>
                  <a:pt x="-9225" y="2806247"/>
                  <a:pt x="0" y="2678077"/>
                </a:cubicBezTo>
                <a:cubicBezTo>
                  <a:pt x="9225" y="2549907"/>
                  <a:pt x="-21358" y="2135031"/>
                  <a:pt x="0" y="1997425"/>
                </a:cubicBezTo>
                <a:cubicBezTo>
                  <a:pt x="21358" y="1859819"/>
                  <a:pt x="5790" y="1559173"/>
                  <a:pt x="0" y="1316774"/>
                </a:cubicBezTo>
                <a:cubicBezTo>
                  <a:pt x="-5790" y="1074375"/>
                  <a:pt x="-18506" y="926087"/>
                  <a:pt x="0" y="814237"/>
                </a:cubicBezTo>
                <a:cubicBezTo>
                  <a:pt x="18506" y="702387"/>
                  <a:pt x="38316" y="174108"/>
                  <a:pt x="0" y="0"/>
                </a:cubicBezTo>
                <a:close/>
              </a:path>
            </a:pathLst>
          </a:custGeom>
          <a:solidFill>
            <a:schemeClr val="bg1"/>
          </a:solidFill>
          <a:ln w="28575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63841576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ctr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b="1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  <a:p>
            <a:pPr algn="ctr"/>
            <a:endParaRPr lang="pt-BR" dirty="0">
              <a:solidFill>
                <a:srgbClr val="7BA23F"/>
              </a:solidFill>
            </a:endParaRPr>
          </a:p>
        </p:txBody>
      </p:sp>
      <p:sp>
        <p:nvSpPr>
          <p:cNvPr id="7" name="CaixaDeTexto 35">
            <a:extLst>
              <a:ext uri="{FF2B5EF4-FFF2-40B4-BE49-F238E27FC236}">
                <a16:creationId xmlns:a16="http://schemas.microsoft.com/office/drawing/2014/main" id="{E91DD52A-E67E-151D-82E6-CE1E3F8CB12B}"/>
              </a:ext>
            </a:extLst>
          </p:cNvPr>
          <p:cNvSpPr txBox="1"/>
          <p:nvPr/>
        </p:nvSpPr>
        <p:spPr>
          <a:xfrm>
            <a:off x="9637509" y="3594529"/>
            <a:ext cx="2165046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rgbClr val="000000"/>
                </a:solidFill>
                <a:latin typeface="Aptos Black"/>
              </a:rPr>
              <a:t>ASSINATURA DO CONTRATO</a:t>
            </a:r>
            <a:endParaRPr lang="pt-BR">
              <a:solidFill>
                <a:srgbClr val="000000"/>
              </a:solidFill>
              <a:latin typeface="Aptos Black"/>
            </a:endParaRPr>
          </a:p>
          <a:p>
            <a:pPr algn="ctr"/>
            <a:endParaRPr lang="pt-BR" dirty="0"/>
          </a:p>
          <a:p>
            <a:pPr algn="ctr"/>
            <a:r>
              <a:rPr lang="pt-BR" b="1"/>
              <a:t>06.04.2026</a:t>
            </a:r>
            <a:endParaRPr lang="pt-BR"/>
          </a:p>
        </p:txBody>
      </p:sp>
      <p:sp>
        <p:nvSpPr>
          <p:cNvPr id="8" name="Elipse 7">
            <a:extLst>
              <a:ext uri="{FF2B5EF4-FFF2-40B4-BE49-F238E27FC236}">
                <a16:creationId xmlns:a16="http://schemas.microsoft.com/office/drawing/2014/main" id="{5A51A0E1-2BCE-96E6-A9F6-CEAB049B26D4}"/>
              </a:ext>
            </a:extLst>
          </p:cNvPr>
          <p:cNvSpPr/>
          <p:nvPr/>
        </p:nvSpPr>
        <p:spPr>
          <a:xfrm rot="-180000">
            <a:off x="9837786" y="4258784"/>
            <a:ext cx="1787379" cy="689899"/>
          </a:xfrm>
          <a:custGeom>
            <a:avLst/>
            <a:gdLst>
              <a:gd name="csX0" fmla="*/ 0 w 1787379"/>
              <a:gd name="csY0" fmla="*/ 344950 h 689899"/>
              <a:gd name="csX1" fmla="*/ 893690 w 1787379"/>
              <a:gd name="csY1" fmla="*/ 0 h 689899"/>
              <a:gd name="csX2" fmla="*/ 1787380 w 1787379"/>
              <a:gd name="csY2" fmla="*/ 344950 h 689899"/>
              <a:gd name="csX3" fmla="*/ 893690 w 1787379"/>
              <a:gd name="csY3" fmla="*/ 689900 h 689899"/>
              <a:gd name="csX4" fmla="*/ 0 w 1787379"/>
              <a:gd name="csY4" fmla="*/ 344950 h 6898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787379" h="689899" extrusionOk="0">
                <a:moveTo>
                  <a:pt x="0" y="344950"/>
                </a:moveTo>
                <a:cubicBezTo>
                  <a:pt x="52327" y="228082"/>
                  <a:pt x="440089" y="-46208"/>
                  <a:pt x="893690" y="0"/>
                </a:cubicBezTo>
                <a:cubicBezTo>
                  <a:pt x="1433818" y="893"/>
                  <a:pt x="1760498" y="129294"/>
                  <a:pt x="1787380" y="344950"/>
                </a:cubicBezTo>
                <a:cubicBezTo>
                  <a:pt x="1719151" y="513416"/>
                  <a:pt x="1476112" y="748426"/>
                  <a:pt x="893690" y="689900"/>
                </a:cubicBezTo>
                <a:cubicBezTo>
                  <a:pt x="435604" y="693410"/>
                  <a:pt x="23976" y="504461"/>
                  <a:pt x="0" y="344950"/>
                </a:cubicBezTo>
                <a:close/>
              </a:path>
            </a:pathLst>
          </a:custGeom>
          <a:noFill/>
          <a:ln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489229269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Retângulo: Cantos Arredondados 9">
            <a:extLst>
              <a:ext uri="{FF2B5EF4-FFF2-40B4-BE49-F238E27FC236}">
                <a16:creationId xmlns:a16="http://schemas.microsoft.com/office/drawing/2014/main" id="{1594C616-BC34-298C-274D-4A8B0BAC6AA5}"/>
              </a:ext>
            </a:extLst>
          </p:cNvPr>
          <p:cNvSpPr/>
          <p:nvPr/>
        </p:nvSpPr>
        <p:spPr>
          <a:xfrm>
            <a:off x="2975087" y="2825590"/>
            <a:ext cx="3477941" cy="554203"/>
          </a:xfrm>
          <a:custGeom>
            <a:avLst/>
            <a:gdLst>
              <a:gd name="csX0" fmla="*/ 0 w 3477941"/>
              <a:gd name="csY0" fmla="*/ 92369 h 554203"/>
              <a:gd name="csX1" fmla="*/ 92369 w 3477941"/>
              <a:gd name="csY1" fmla="*/ 0 h 554203"/>
              <a:gd name="csX2" fmla="*/ 783942 w 3477941"/>
              <a:gd name="csY2" fmla="*/ 0 h 554203"/>
              <a:gd name="csX3" fmla="*/ 1508446 w 3477941"/>
              <a:gd name="csY3" fmla="*/ 0 h 554203"/>
              <a:gd name="csX4" fmla="*/ 2068291 w 3477941"/>
              <a:gd name="csY4" fmla="*/ 0 h 554203"/>
              <a:gd name="csX5" fmla="*/ 2628135 w 3477941"/>
              <a:gd name="csY5" fmla="*/ 0 h 554203"/>
              <a:gd name="csX6" fmla="*/ 3385572 w 3477941"/>
              <a:gd name="csY6" fmla="*/ 0 h 554203"/>
              <a:gd name="csX7" fmla="*/ 3477941 w 3477941"/>
              <a:gd name="csY7" fmla="*/ 92369 h 554203"/>
              <a:gd name="csX8" fmla="*/ 3477941 w 3477941"/>
              <a:gd name="csY8" fmla="*/ 461834 h 554203"/>
              <a:gd name="csX9" fmla="*/ 3385572 w 3477941"/>
              <a:gd name="csY9" fmla="*/ 554203 h 554203"/>
              <a:gd name="csX10" fmla="*/ 2759863 w 3477941"/>
              <a:gd name="csY10" fmla="*/ 554203 h 554203"/>
              <a:gd name="csX11" fmla="*/ 2167087 w 3477941"/>
              <a:gd name="csY11" fmla="*/ 554203 h 554203"/>
              <a:gd name="csX12" fmla="*/ 1475514 w 3477941"/>
              <a:gd name="csY12" fmla="*/ 554203 h 554203"/>
              <a:gd name="csX13" fmla="*/ 915670 w 3477941"/>
              <a:gd name="csY13" fmla="*/ 554203 h 554203"/>
              <a:gd name="csX14" fmla="*/ 92369 w 3477941"/>
              <a:gd name="csY14" fmla="*/ 554203 h 554203"/>
              <a:gd name="csX15" fmla="*/ 0 w 3477941"/>
              <a:gd name="csY15" fmla="*/ 461834 h 554203"/>
              <a:gd name="csX16" fmla="*/ 0 w 3477941"/>
              <a:gd name="csY16" fmla="*/ 92369 h 5542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477941" h="554203" extrusionOk="0">
                <a:moveTo>
                  <a:pt x="0" y="92369"/>
                </a:moveTo>
                <a:cubicBezTo>
                  <a:pt x="921" y="38781"/>
                  <a:pt x="42863" y="-9862"/>
                  <a:pt x="92369" y="0"/>
                </a:cubicBezTo>
                <a:cubicBezTo>
                  <a:pt x="321458" y="19386"/>
                  <a:pt x="539540" y="-24351"/>
                  <a:pt x="783942" y="0"/>
                </a:cubicBezTo>
                <a:cubicBezTo>
                  <a:pt x="1028344" y="24351"/>
                  <a:pt x="1323671" y="-9964"/>
                  <a:pt x="1508446" y="0"/>
                </a:cubicBezTo>
                <a:cubicBezTo>
                  <a:pt x="1693221" y="9964"/>
                  <a:pt x="1807800" y="-14377"/>
                  <a:pt x="2068291" y="0"/>
                </a:cubicBezTo>
                <a:cubicBezTo>
                  <a:pt x="2328782" y="14377"/>
                  <a:pt x="2442526" y="27443"/>
                  <a:pt x="2628135" y="0"/>
                </a:cubicBezTo>
                <a:cubicBezTo>
                  <a:pt x="2813744" y="-27443"/>
                  <a:pt x="3031054" y="-13444"/>
                  <a:pt x="3385572" y="0"/>
                </a:cubicBezTo>
                <a:cubicBezTo>
                  <a:pt x="3435301" y="9842"/>
                  <a:pt x="3468534" y="42276"/>
                  <a:pt x="3477941" y="92369"/>
                </a:cubicBezTo>
                <a:cubicBezTo>
                  <a:pt x="3490783" y="182158"/>
                  <a:pt x="3466133" y="323526"/>
                  <a:pt x="3477941" y="461834"/>
                </a:cubicBezTo>
                <a:cubicBezTo>
                  <a:pt x="3477714" y="509738"/>
                  <a:pt x="3434165" y="555375"/>
                  <a:pt x="3385572" y="554203"/>
                </a:cubicBezTo>
                <a:cubicBezTo>
                  <a:pt x="3103138" y="548788"/>
                  <a:pt x="2976936" y="549820"/>
                  <a:pt x="2759863" y="554203"/>
                </a:cubicBezTo>
                <a:cubicBezTo>
                  <a:pt x="2542790" y="558586"/>
                  <a:pt x="2290273" y="579440"/>
                  <a:pt x="2167087" y="554203"/>
                </a:cubicBezTo>
                <a:cubicBezTo>
                  <a:pt x="2043901" y="528966"/>
                  <a:pt x="1763083" y="544420"/>
                  <a:pt x="1475514" y="554203"/>
                </a:cubicBezTo>
                <a:cubicBezTo>
                  <a:pt x="1187945" y="563986"/>
                  <a:pt x="1046826" y="548361"/>
                  <a:pt x="915670" y="554203"/>
                </a:cubicBezTo>
                <a:cubicBezTo>
                  <a:pt x="784514" y="560045"/>
                  <a:pt x="382539" y="533025"/>
                  <a:pt x="92369" y="554203"/>
                </a:cubicBezTo>
                <a:cubicBezTo>
                  <a:pt x="36338" y="548696"/>
                  <a:pt x="-10464" y="512593"/>
                  <a:pt x="0" y="461834"/>
                </a:cubicBezTo>
                <a:cubicBezTo>
                  <a:pt x="-11312" y="355746"/>
                  <a:pt x="14785" y="247623"/>
                  <a:pt x="0" y="92369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extLst>
              <a:ext uri="{C807C97D-BFC1-408E-A445-0C87EB9F89A2}">
                <ask:lineSketchStyleProps xmlns:ask="http://schemas.microsoft.com/office/drawing/2018/sketchyshapes" sd="3536699130">
                  <a:prstGeom prst="round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9C9B7527-78DC-EC55-F384-A1EC479FE1BE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12713A2F-C6A5-1964-C3B5-A19A904311AC}"/>
              </a:ext>
            </a:extLst>
          </p:cNvPr>
          <p:cNvSpPr txBox="1"/>
          <p:nvPr/>
        </p:nvSpPr>
        <p:spPr>
          <a:xfrm>
            <a:off x="2382363" y="128950"/>
            <a:ext cx="742193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rgbClr val="F5EBDA"/>
                </a:solidFill>
              </a:rPr>
              <a:t>PROJETO FRUTIFICAR AMAZÔNIA –</a:t>
            </a:r>
            <a:r>
              <a:rPr lang="pt-BR" sz="2400" dirty="0">
                <a:solidFill>
                  <a:srgbClr val="F5EBDA"/>
                </a:solidFill>
              </a:rPr>
              <a:t> LINHA DO TEMPO</a:t>
            </a:r>
            <a:endParaRPr lang="pt-BR"/>
          </a:p>
        </p:txBody>
      </p:sp>
      <p:sp>
        <p:nvSpPr>
          <p:cNvPr id="19" name="Octógono 18">
            <a:extLst>
              <a:ext uri="{FF2B5EF4-FFF2-40B4-BE49-F238E27FC236}">
                <a16:creationId xmlns:a16="http://schemas.microsoft.com/office/drawing/2014/main" id="{0ED7C560-1885-B211-4998-376EC38C87F8}"/>
              </a:ext>
            </a:extLst>
          </p:cNvPr>
          <p:cNvSpPr/>
          <p:nvPr/>
        </p:nvSpPr>
        <p:spPr>
          <a:xfrm>
            <a:off x="496379" y="995003"/>
            <a:ext cx="2031044" cy="644504"/>
          </a:xfrm>
          <a:custGeom>
            <a:avLst/>
            <a:gdLst>
              <a:gd name="csX0" fmla="*/ 0 w 2031044"/>
              <a:gd name="csY0" fmla="*/ 188769 h 644504"/>
              <a:gd name="csX1" fmla="*/ 188769 w 2031044"/>
              <a:gd name="csY1" fmla="*/ 0 h 644504"/>
              <a:gd name="csX2" fmla="*/ 706868 w 2031044"/>
              <a:gd name="csY2" fmla="*/ 0 h 644504"/>
              <a:gd name="csX3" fmla="*/ 1241501 w 2031044"/>
              <a:gd name="csY3" fmla="*/ 0 h 644504"/>
              <a:gd name="csX4" fmla="*/ 1842275 w 2031044"/>
              <a:gd name="csY4" fmla="*/ 0 h 644504"/>
              <a:gd name="csX5" fmla="*/ 2031044 w 2031044"/>
              <a:gd name="csY5" fmla="*/ 188769 h 644504"/>
              <a:gd name="csX6" fmla="*/ 2031044 w 2031044"/>
              <a:gd name="csY6" fmla="*/ 455735 h 644504"/>
              <a:gd name="csX7" fmla="*/ 1842275 w 2031044"/>
              <a:gd name="csY7" fmla="*/ 644504 h 644504"/>
              <a:gd name="csX8" fmla="*/ 1340712 w 2031044"/>
              <a:gd name="csY8" fmla="*/ 644504 h 644504"/>
              <a:gd name="csX9" fmla="*/ 773008 w 2031044"/>
              <a:gd name="csY9" fmla="*/ 644504 h 644504"/>
              <a:gd name="csX10" fmla="*/ 188769 w 2031044"/>
              <a:gd name="csY10" fmla="*/ 644504 h 644504"/>
              <a:gd name="csX11" fmla="*/ 0 w 2031044"/>
              <a:gd name="csY11" fmla="*/ 455735 h 644504"/>
              <a:gd name="csX12" fmla="*/ 0 w 2031044"/>
              <a:gd name="csY12" fmla="*/ 188769 h 64450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031044" h="644504" fill="none" extrusionOk="0">
                <a:moveTo>
                  <a:pt x="0" y="188769"/>
                </a:moveTo>
                <a:cubicBezTo>
                  <a:pt x="82142" y="115041"/>
                  <a:pt x="105131" y="68683"/>
                  <a:pt x="188769" y="0"/>
                </a:cubicBezTo>
                <a:cubicBezTo>
                  <a:pt x="307903" y="-3259"/>
                  <a:pt x="547258" y="-17449"/>
                  <a:pt x="706868" y="0"/>
                </a:cubicBezTo>
                <a:cubicBezTo>
                  <a:pt x="866478" y="17449"/>
                  <a:pt x="1078649" y="-24935"/>
                  <a:pt x="1241501" y="0"/>
                </a:cubicBezTo>
                <a:cubicBezTo>
                  <a:pt x="1404353" y="24935"/>
                  <a:pt x="1602617" y="-20271"/>
                  <a:pt x="1842275" y="0"/>
                </a:cubicBezTo>
                <a:cubicBezTo>
                  <a:pt x="1910919" y="63109"/>
                  <a:pt x="1994962" y="148072"/>
                  <a:pt x="2031044" y="188769"/>
                </a:cubicBezTo>
                <a:cubicBezTo>
                  <a:pt x="2030537" y="298046"/>
                  <a:pt x="2024257" y="363047"/>
                  <a:pt x="2031044" y="455735"/>
                </a:cubicBezTo>
                <a:cubicBezTo>
                  <a:pt x="2000298" y="503181"/>
                  <a:pt x="1907401" y="563326"/>
                  <a:pt x="1842275" y="644504"/>
                </a:cubicBezTo>
                <a:cubicBezTo>
                  <a:pt x="1654719" y="655493"/>
                  <a:pt x="1516381" y="646450"/>
                  <a:pt x="1340712" y="644504"/>
                </a:cubicBezTo>
                <a:cubicBezTo>
                  <a:pt x="1165043" y="642558"/>
                  <a:pt x="1010344" y="662410"/>
                  <a:pt x="773008" y="644504"/>
                </a:cubicBezTo>
                <a:cubicBezTo>
                  <a:pt x="535672" y="626598"/>
                  <a:pt x="375600" y="649432"/>
                  <a:pt x="188769" y="644504"/>
                </a:cubicBezTo>
                <a:cubicBezTo>
                  <a:pt x="101742" y="550628"/>
                  <a:pt x="65342" y="503438"/>
                  <a:pt x="0" y="455735"/>
                </a:cubicBezTo>
                <a:cubicBezTo>
                  <a:pt x="10496" y="355403"/>
                  <a:pt x="-10686" y="252809"/>
                  <a:pt x="0" y="188769"/>
                </a:cubicBezTo>
                <a:close/>
              </a:path>
              <a:path w="2031044" h="644504" stroke="0" extrusionOk="0">
                <a:moveTo>
                  <a:pt x="0" y="188769"/>
                </a:moveTo>
                <a:cubicBezTo>
                  <a:pt x="73952" y="104029"/>
                  <a:pt x="147948" y="41240"/>
                  <a:pt x="188769" y="0"/>
                </a:cubicBezTo>
                <a:cubicBezTo>
                  <a:pt x="417265" y="-14309"/>
                  <a:pt x="538820" y="8306"/>
                  <a:pt x="690332" y="0"/>
                </a:cubicBezTo>
                <a:cubicBezTo>
                  <a:pt x="841844" y="-8306"/>
                  <a:pt x="1051953" y="-673"/>
                  <a:pt x="1241501" y="0"/>
                </a:cubicBezTo>
                <a:cubicBezTo>
                  <a:pt x="1431049" y="673"/>
                  <a:pt x="1658225" y="29995"/>
                  <a:pt x="1842275" y="0"/>
                </a:cubicBezTo>
                <a:cubicBezTo>
                  <a:pt x="1909306" y="74302"/>
                  <a:pt x="1951720" y="105700"/>
                  <a:pt x="2031044" y="188769"/>
                </a:cubicBezTo>
                <a:cubicBezTo>
                  <a:pt x="2039207" y="297582"/>
                  <a:pt x="2033441" y="374566"/>
                  <a:pt x="2031044" y="455735"/>
                </a:cubicBezTo>
                <a:cubicBezTo>
                  <a:pt x="1942294" y="538143"/>
                  <a:pt x="1898281" y="589447"/>
                  <a:pt x="1842275" y="644504"/>
                </a:cubicBezTo>
                <a:cubicBezTo>
                  <a:pt x="1634700" y="629436"/>
                  <a:pt x="1474811" y="624101"/>
                  <a:pt x="1307641" y="644504"/>
                </a:cubicBezTo>
                <a:cubicBezTo>
                  <a:pt x="1140471" y="664907"/>
                  <a:pt x="1000968" y="670271"/>
                  <a:pt x="739938" y="644504"/>
                </a:cubicBezTo>
                <a:cubicBezTo>
                  <a:pt x="478908" y="618737"/>
                  <a:pt x="445089" y="630702"/>
                  <a:pt x="188769" y="644504"/>
                </a:cubicBezTo>
                <a:cubicBezTo>
                  <a:pt x="129206" y="602946"/>
                  <a:pt x="93545" y="533441"/>
                  <a:pt x="0" y="455735"/>
                </a:cubicBezTo>
                <a:cubicBezTo>
                  <a:pt x="-3538" y="393197"/>
                  <a:pt x="12224" y="264155"/>
                  <a:pt x="0" y="188769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>
                <a:solidFill>
                  <a:schemeClr val="bg1"/>
                </a:solidFill>
                <a:latin typeface="Aptos Black"/>
                <a:cs typeface="Dubai"/>
              </a:rPr>
              <a:t>AGOSTO 2017</a:t>
            </a: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D69EEEF4-3EDD-05FE-4970-ACD3970CEA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29" name="Octógono 28">
            <a:extLst>
              <a:ext uri="{FF2B5EF4-FFF2-40B4-BE49-F238E27FC236}">
                <a16:creationId xmlns:a16="http://schemas.microsoft.com/office/drawing/2014/main" id="{EA53FBF7-DAAF-51E8-FA59-EFF3C6260D6F}"/>
              </a:ext>
            </a:extLst>
          </p:cNvPr>
          <p:cNvSpPr/>
          <p:nvPr/>
        </p:nvSpPr>
        <p:spPr>
          <a:xfrm>
            <a:off x="3721831" y="995003"/>
            <a:ext cx="1999729" cy="644503"/>
          </a:xfrm>
          <a:custGeom>
            <a:avLst/>
            <a:gdLst>
              <a:gd name="csX0" fmla="*/ 0 w 1999729"/>
              <a:gd name="csY0" fmla="*/ 188768 h 644503"/>
              <a:gd name="csX1" fmla="*/ 188768 w 1999729"/>
              <a:gd name="csY1" fmla="*/ 0 h 644503"/>
              <a:gd name="csX2" fmla="*/ 697055 w 1999729"/>
              <a:gd name="csY2" fmla="*/ 0 h 644503"/>
              <a:gd name="csX3" fmla="*/ 1221564 w 1999729"/>
              <a:gd name="csY3" fmla="*/ 0 h 644503"/>
              <a:gd name="csX4" fmla="*/ 1810961 w 1999729"/>
              <a:gd name="csY4" fmla="*/ 0 h 644503"/>
              <a:gd name="csX5" fmla="*/ 1999729 w 1999729"/>
              <a:gd name="csY5" fmla="*/ 188768 h 644503"/>
              <a:gd name="csX6" fmla="*/ 1999729 w 1999729"/>
              <a:gd name="csY6" fmla="*/ 455735 h 644503"/>
              <a:gd name="csX7" fmla="*/ 1810961 w 1999729"/>
              <a:gd name="csY7" fmla="*/ 644503 h 644503"/>
              <a:gd name="csX8" fmla="*/ 1318896 w 1999729"/>
              <a:gd name="csY8" fmla="*/ 644503 h 644503"/>
              <a:gd name="csX9" fmla="*/ 761943 w 1999729"/>
              <a:gd name="csY9" fmla="*/ 644503 h 644503"/>
              <a:gd name="csX10" fmla="*/ 188768 w 1999729"/>
              <a:gd name="csY10" fmla="*/ 644503 h 644503"/>
              <a:gd name="csX11" fmla="*/ 0 w 1999729"/>
              <a:gd name="csY11" fmla="*/ 455735 h 644503"/>
              <a:gd name="csX12" fmla="*/ 0 w 1999729"/>
              <a:gd name="csY12" fmla="*/ 188768 h 64450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999729" h="644503" fill="none" extrusionOk="0">
                <a:moveTo>
                  <a:pt x="0" y="188768"/>
                </a:moveTo>
                <a:cubicBezTo>
                  <a:pt x="92715" y="111532"/>
                  <a:pt x="125232" y="78705"/>
                  <a:pt x="188768" y="0"/>
                </a:cubicBezTo>
                <a:cubicBezTo>
                  <a:pt x="426169" y="-10875"/>
                  <a:pt x="570252" y="-3618"/>
                  <a:pt x="697055" y="0"/>
                </a:cubicBezTo>
                <a:cubicBezTo>
                  <a:pt x="823858" y="3618"/>
                  <a:pt x="971722" y="19038"/>
                  <a:pt x="1221564" y="0"/>
                </a:cubicBezTo>
                <a:cubicBezTo>
                  <a:pt x="1471406" y="-19038"/>
                  <a:pt x="1684474" y="-9363"/>
                  <a:pt x="1810961" y="0"/>
                </a:cubicBezTo>
                <a:cubicBezTo>
                  <a:pt x="1885213" y="87353"/>
                  <a:pt x="1924284" y="97662"/>
                  <a:pt x="1999729" y="188768"/>
                </a:cubicBezTo>
                <a:cubicBezTo>
                  <a:pt x="2009157" y="286738"/>
                  <a:pt x="1996194" y="361797"/>
                  <a:pt x="1999729" y="455735"/>
                </a:cubicBezTo>
                <a:cubicBezTo>
                  <a:pt x="1963097" y="499460"/>
                  <a:pt x="1886062" y="581990"/>
                  <a:pt x="1810961" y="644503"/>
                </a:cubicBezTo>
                <a:cubicBezTo>
                  <a:pt x="1687597" y="632650"/>
                  <a:pt x="1471500" y="622554"/>
                  <a:pt x="1318896" y="644503"/>
                </a:cubicBezTo>
                <a:cubicBezTo>
                  <a:pt x="1166293" y="666452"/>
                  <a:pt x="1013823" y="662200"/>
                  <a:pt x="761943" y="644503"/>
                </a:cubicBezTo>
                <a:cubicBezTo>
                  <a:pt x="510063" y="626806"/>
                  <a:pt x="459969" y="638214"/>
                  <a:pt x="188768" y="644503"/>
                </a:cubicBezTo>
                <a:cubicBezTo>
                  <a:pt x="141538" y="612340"/>
                  <a:pt x="52667" y="512921"/>
                  <a:pt x="0" y="455735"/>
                </a:cubicBezTo>
                <a:cubicBezTo>
                  <a:pt x="10371" y="368420"/>
                  <a:pt x="12529" y="255861"/>
                  <a:pt x="0" y="188768"/>
                </a:cubicBezTo>
                <a:close/>
              </a:path>
              <a:path w="1999729" h="644503" stroke="0" extrusionOk="0">
                <a:moveTo>
                  <a:pt x="0" y="188768"/>
                </a:moveTo>
                <a:cubicBezTo>
                  <a:pt x="102189" y="102618"/>
                  <a:pt x="85667" y="84462"/>
                  <a:pt x="188768" y="0"/>
                </a:cubicBezTo>
                <a:cubicBezTo>
                  <a:pt x="304909" y="-5748"/>
                  <a:pt x="474167" y="-11967"/>
                  <a:pt x="680833" y="0"/>
                </a:cubicBezTo>
                <a:cubicBezTo>
                  <a:pt x="887500" y="11967"/>
                  <a:pt x="1094244" y="5290"/>
                  <a:pt x="1221564" y="0"/>
                </a:cubicBezTo>
                <a:cubicBezTo>
                  <a:pt x="1348884" y="-5290"/>
                  <a:pt x="1646899" y="8173"/>
                  <a:pt x="1810961" y="0"/>
                </a:cubicBezTo>
                <a:cubicBezTo>
                  <a:pt x="1885784" y="91603"/>
                  <a:pt x="1921557" y="108984"/>
                  <a:pt x="1999729" y="188768"/>
                </a:cubicBezTo>
                <a:cubicBezTo>
                  <a:pt x="2008907" y="291653"/>
                  <a:pt x="1988128" y="369172"/>
                  <a:pt x="1999729" y="455735"/>
                </a:cubicBezTo>
                <a:cubicBezTo>
                  <a:pt x="1908240" y="535944"/>
                  <a:pt x="1865251" y="597627"/>
                  <a:pt x="1810961" y="644503"/>
                </a:cubicBezTo>
                <a:cubicBezTo>
                  <a:pt x="1678970" y="650704"/>
                  <a:pt x="1533761" y="646647"/>
                  <a:pt x="1286452" y="644503"/>
                </a:cubicBezTo>
                <a:cubicBezTo>
                  <a:pt x="1039143" y="642359"/>
                  <a:pt x="946768" y="645890"/>
                  <a:pt x="729499" y="644503"/>
                </a:cubicBezTo>
                <a:cubicBezTo>
                  <a:pt x="512230" y="643116"/>
                  <a:pt x="453129" y="643582"/>
                  <a:pt x="188768" y="644503"/>
                </a:cubicBezTo>
                <a:cubicBezTo>
                  <a:pt x="136375" y="586606"/>
                  <a:pt x="62943" y="532911"/>
                  <a:pt x="0" y="455735"/>
                </a:cubicBezTo>
                <a:cubicBezTo>
                  <a:pt x="9863" y="325746"/>
                  <a:pt x="-834" y="274789"/>
                  <a:pt x="0" y="18876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  <a:latin typeface="Aptos Black"/>
                <a:cs typeface="Dubai"/>
              </a:rPr>
              <a:t>JULHO 2018</a:t>
            </a:r>
            <a:endParaRPr lang="pt-BR" b="1" dirty="0">
              <a:solidFill>
                <a:schemeClr val="bg1"/>
              </a:solidFill>
              <a:latin typeface="Aptos Black"/>
              <a:cs typeface="Dubai"/>
            </a:endParaRPr>
          </a:p>
        </p:txBody>
      </p:sp>
      <p:sp>
        <p:nvSpPr>
          <p:cNvPr id="30" name="Octógono 29">
            <a:extLst>
              <a:ext uri="{FF2B5EF4-FFF2-40B4-BE49-F238E27FC236}">
                <a16:creationId xmlns:a16="http://schemas.microsoft.com/office/drawing/2014/main" id="{60A1011F-244D-2E74-BBCB-BFB4A2CD5AD1}"/>
              </a:ext>
            </a:extLst>
          </p:cNvPr>
          <p:cNvSpPr/>
          <p:nvPr/>
        </p:nvSpPr>
        <p:spPr>
          <a:xfrm>
            <a:off x="6968160" y="995003"/>
            <a:ext cx="2010165" cy="654941"/>
          </a:xfrm>
          <a:custGeom>
            <a:avLst/>
            <a:gdLst>
              <a:gd name="csX0" fmla="*/ 0 w 2010165"/>
              <a:gd name="csY0" fmla="*/ 191826 h 654941"/>
              <a:gd name="csX1" fmla="*/ 191826 w 2010165"/>
              <a:gd name="csY1" fmla="*/ 0 h 654941"/>
              <a:gd name="csX2" fmla="*/ 701467 w 2010165"/>
              <a:gd name="csY2" fmla="*/ 0 h 654941"/>
              <a:gd name="csX3" fmla="*/ 1227373 w 2010165"/>
              <a:gd name="csY3" fmla="*/ 0 h 654941"/>
              <a:gd name="csX4" fmla="*/ 1818339 w 2010165"/>
              <a:gd name="csY4" fmla="*/ 0 h 654941"/>
              <a:gd name="csX5" fmla="*/ 2010165 w 2010165"/>
              <a:gd name="csY5" fmla="*/ 191826 h 654941"/>
              <a:gd name="csX6" fmla="*/ 2010165 w 2010165"/>
              <a:gd name="csY6" fmla="*/ 463115 h 654941"/>
              <a:gd name="csX7" fmla="*/ 1818339 w 2010165"/>
              <a:gd name="csY7" fmla="*/ 654941 h 654941"/>
              <a:gd name="csX8" fmla="*/ 1324963 w 2010165"/>
              <a:gd name="csY8" fmla="*/ 654941 h 654941"/>
              <a:gd name="csX9" fmla="*/ 766527 w 2010165"/>
              <a:gd name="csY9" fmla="*/ 654941 h 654941"/>
              <a:gd name="csX10" fmla="*/ 191826 w 2010165"/>
              <a:gd name="csY10" fmla="*/ 654941 h 654941"/>
              <a:gd name="csX11" fmla="*/ 0 w 2010165"/>
              <a:gd name="csY11" fmla="*/ 463115 h 654941"/>
              <a:gd name="csX12" fmla="*/ 0 w 2010165"/>
              <a:gd name="csY12" fmla="*/ 191826 h 65494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010165" h="654941" fill="none" extrusionOk="0">
                <a:moveTo>
                  <a:pt x="0" y="191826"/>
                </a:moveTo>
                <a:cubicBezTo>
                  <a:pt x="83274" y="118563"/>
                  <a:pt x="136644" y="66922"/>
                  <a:pt x="191826" y="0"/>
                </a:cubicBezTo>
                <a:cubicBezTo>
                  <a:pt x="383340" y="20219"/>
                  <a:pt x="458688" y="21279"/>
                  <a:pt x="701467" y="0"/>
                </a:cubicBezTo>
                <a:cubicBezTo>
                  <a:pt x="944246" y="-21279"/>
                  <a:pt x="1003773" y="-23390"/>
                  <a:pt x="1227373" y="0"/>
                </a:cubicBezTo>
                <a:cubicBezTo>
                  <a:pt x="1450973" y="23390"/>
                  <a:pt x="1677339" y="-28025"/>
                  <a:pt x="1818339" y="0"/>
                </a:cubicBezTo>
                <a:cubicBezTo>
                  <a:pt x="1892979" y="71481"/>
                  <a:pt x="1924484" y="96015"/>
                  <a:pt x="2010165" y="191826"/>
                </a:cubicBezTo>
                <a:cubicBezTo>
                  <a:pt x="2016856" y="253130"/>
                  <a:pt x="2010949" y="338265"/>
                  <a:pt x="2010165" y="463115"/>
                </a:cubicBezTo>
                <a:cubicBezTo>
                  <a:pt x="1942612" y="529141"/>
                  <a:pt x="1875842" y="589443"/>
                  <a:pt x="1818339" y="654941"/>
                </a:cubicBezTo>
                <a:cubicBezTo>
                  <a:pt x="1698201" y="672256"/>
                  <a:pt x="1533580" y="639695"/>
                  <a:pt x="1324963" y="654941"/>
                </a:cubicBezTo>
                <a:cubicBezTo>
                  <a:pt x="1116346" y="670187"/>
                  <a:pt x="925127" y="653543"/>
                  <a:pt x="766527" y="654941"/>
                </a:cubicBezTo>
                <a:cubicBezTo>
                  <a:pt x="607927" y="656339"/>
                  <a:pt x="469184" y="633897"/>
                  <a:pt x="191826" y="654941"/>
                </a:cubicBezTo>
                <a:cubicBezTo>
                  <a:pt x="114031" y="566817"/>
                  <a:pt x="38535" y="509876"/>
                  <a:pt x="0" y="463115"/>
                </a:cubicBezTo>
                <a:cubicBezTo>
                  <a:pt x="11619" y="395508"/>
                  <a:pt x="-7481" y="271771"/>
                  <a:pt x="0" y="191826"/>
                </a:cubicBezTo>
                <a:close/>
              </a:path>
              <a:path w="2010165" h="654941" stroke="0" extrusionOk="0">
                <a:moveTo>
                  <a:pt x="0" y="191826"/>
                </a:moveTo>
                <a:cubicBezTo>
                  <a:pt x="54835" y="136887"/>
                  <a:pt x="150534" y="55550"/>
                  <a:pt x="191826" y="0"/>
                </a:cubicBezTo>
                <a:cubicBezTo>
                  <a:pt x="291414" y="-782"/>
                  <a:pt x="571345" y="-15285"/>
                  <a:pt x="685202" y="0"/>
                </a:cubicBezTo>
                <a:cubicBezTo>
                  <a:pt x="799059" y="15285"/>
                  <a:pt x="978290" y="24112"/>
                  <a:pt x="1227373" y="0"/>
                </a:cubicBezTo>
                <a:cubicBezTo>
                  <a:pt x="1476456" y="-24112"/>
                  <a:pt x="1644033" y="-17640"/>
                  <a:pt x="1818339" y="0"/>
                </a:cubicBezTo>
                <a:cubicBezTo>
                  <a:pt x="1870539" y="35055"/>
                  <a:pt x="1940235" y="117513"/>
                  <a:pt x="2010165" y="191826"/>
                </a:cubicBezTo>
                <a:cubicBezTo>
                  <a:pt x="2010643" y="313182"/>
                  <a:pt x="2002094" y="339701"/>
                  <a:pt x="2010165" y="463115"/>
                </a:cubicBezTo>
                <a:cubicBezTo>
                  <a:pt x="1950250" y="536159"/>
                  <a:pt x="1869514" y="609216"/>
                  <a:pt x="1818339" y="654941"/>
                </a:cubicBezTo>
                <a:cubicBezTo>
                  <a:pt x="1563506" y="661032"/>
                  <a:pt x="1546411" y="663258"/>
                  <a:pt x="1292433" y="654941"/>
                </a:cubicBezTo>
                <a:cubicBezTo>
                  <a:pt x="1038455" y="646624"/>
                  <a:pt x="1000131" y="645666"/>
                  <a:pt x="733997" y="654941"/>
                </a:cubicBezTo>
                <a:cubicBezTo>
                  <a:pt x="467863" y="664216"/>
                  <a:pt x="409622" y="664618"/>
                  <a:pt x="191826" y="654941"/>
                </a:cubicBezTo>
                <a:cubicBezTo>
                  <a:pt x="118859" y="572137"/>
                  <a:pt x="85688" y="535806"/>
                  <a:pt x="0" y="463115"/>
                </a:cubicBezTo>
                <a:cubicBezTo>
                  <a:pt x="2913" y="349466"/>
                  <a:pt x="-10046" y="259131"/>
                  <a:pt x="0" y="191826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  <a:latin typeface="Aptos Black"/>
                <a:cs typeface="Dubai"/>
              </a:rPr>
              <a:t>2023 A 2026</a:t>
            </a:r>
            <a:endParaRPr lang="pt-BR" b="1" dirty="0">
              <a:solidFill>
                <a:schemeClr val="bg1"/>
              </a:solidFill>
              <a:latin typeface="Aptos Black"/>
              <a:cs typeface="Dubai"/>
            </a:endParaRPr>
          </a:p>
        </p:txBody>
      </p:sp>
      <p:sp>
        <p:nvSpPr>
          <p:cNvPr id="31" name="Octógono 30">
            <a:extLst>
              <a:ext uri="{FF2B5EF4-FFF2-40B4-BE49-F238E27FC236}">
                <a16:creationId xmlns:a16="http://schemas.microsoft.com/office/drawing/2014/main" id="{1170524D-AB59-601E-6724-DA35E7C22A0B}"/>
              </a:ext>
            </a:extLst>
          </p:cNvPr>
          <p:cNvSpPr/>
          <p:nvPr/>
        </p:nvSpPr>
        <p:spPr>
          <a:xfrm>
            <a:off x="9776078" y="1005441"/>
            <a:ext cx="1895344" cy="634065"/>
          </a:xfrm>
          <a:custGeom>
            <a:avLst/>
            <a:gdLst>
              <a:gd name="csX0" fmla="*/ 0 w 1895344"/>
              <a:gd name="csY0" fmla="*/ 185711 h 634065"/>
              <a:gd name="csX1" fmla="*/ 185711 w 1895344"/>
              <a:gd name="csY1" fmla="*/ 0 h 634065"/>
              <a:gd name="csX2" fmla="*/ 663207 w 1895344"/>
              <a:gd name="csY2" fmla="*/ 0 h 634065"/>
              <a:gd name="csX3" fmla="*/ 1155941 w 1895344"/>
              <a:gd name="csY3" fmla="*/ 0 h 634065"/>
              <a:gd name="csX4" fmla="*/ 1709633 w 1895344"/>
              <a:gd name="csY4" fmla="*/ 0 h 634065"/>
              <a:gd name="csX5" fmla="*/ 1895344 w 1895344"/>
              <a:gd name="csY5" fmla="*/ 185711 h 634065"/>
              <a:gd name="csX6" fmla="*/ 1895344 w 1895344"/>
              <a:gd name="csY6" fmla="*/ 448354 h 634065"/>
              <a:gd name="csX7" fmla="*/ 1709633 w 1895344"/>
              <a:gd name="csY7" fmla="*/ 634065 h 634065"/>
              <a:gd name="csX8" fmla="*/ 1247377 w 1895344"/>
              <a:gd name="csY8" fmla="*/ 634065 h 634065"/>
              <a:gd name="csX9" fmla="*/ 724163 w 1895344"/>
              <a:gd name="csY9" fmla="*/ 634065 h 634065"/>
              <a:gd name="csX10" fmla="*/ 185711 w 1895344"/>
              <a:gd name="csY10" fmla="*/ 634065 h 634065"/>
              <a:gd name="csX11" fmla="*/ 0 w 1895344"/>
              <a:gd name="csY11" fmla="*/ 448354 h 634065"/>
              <a:gd name="csX12" fmla="*/ 0 w 1895344"/>
              <a:gd name="csY12" fmla="*/ 185711 h 63406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95344" h="634065" fill="none" extrusionOk="0">
                <a:moveTo>
                  <a:pt x="0" y="185711"/>
                </a:moveTo>
                <a:cubicBezTo>
                  <a:pt x="44828" y="137612"/>
                  <a:pt x="140748" y="35627"/>
                  <a:pt x="185711" y="0"/>
                </a:cubicBezTo>
                <a:cubicBezTo>
                  <a:pt x="289097" y="17583"/>
                  <a:pt x="509102" y="15629"/>
                  <a:pt x="663207" y="0"/>
                </a:cubicBezTo>
                <a:cubicBezTo>
                  <a:pt x="817312" y="-15629"/>
                  <a:pt x="956991" y="4617"/>
                  <a:pt x="1155941" y="0"/>
                </a:cubicBezTo>
                <a:cubicBezTo>
                  <a:pt x="1354891" y="-4617"/>
                  <a:pt x="1574877" y="-26568"/>
                  <a:pt x="1709633" y="0"/>
                </a:cubicBezTo>
                <a:cubicBezTo>
                  <a:pt x="1785989" y="83269"/>
                  <a:pt x="1841713" y="125137"/>
                  <a:pt x="1895344" y="185711"/>
                </a:cubicBezTo>
                <a:cubicBezTo>
                  <a:pt x="1884720" y="244570"/>
                  <a:pt x="1905880" y="322637"/>
                  <a:pt x="1895344" y="448354"/>
                </a:cubicBezTo>
                <a:cubicBezTo>
                  <a:pt x="1840701" y="520054"/>
                  <a:pt x="1760037" y="591095"/>
                  <a:pt x="1709633" y="634065"/>
                </a:cubicBezTo>
                <a:cubicBezTo>
                  <a:pt x="1478931" y="615936"/>
                  <a:pt x="1418131" y="622786"/>
                  <a:pt x="1247377" y="634065"/>
                </a:cubicBezTo>
                <a:cubicBezTo>
                  <a:pt x="1076623" y="645344"/>
                  <a:pt x="868594" y="640877"/>
                  <a:pt x="724163" y="634065"/>
                </a:cubicBezTo>
                <a:cubicBezTo>
                  <a:pt x="579732" y="627253"/>
                  <a:pt x="385915" y="645515"/>
                  <a:pt x="185711" y="634065"/>
                </a:cubicBezTo>
                <a:cubicBezTo>
                  <a:pt x="123712" y="569405"/>
                  <a:pt x="89057" y="519317"/>
                  <a:pt x="0" y="448354"/>
                </a:cubicBezTo>
                <a:cubicBezTo>
                  <a:pt x="402" y="335240"/>
                  <a:pt x="-6795" y="286413"/>
                  <a:pt x="0" y="185711"/>
                </a:cubicBezTo>
                <a:close/>
              </a:path>
              <a:path w="1895344" h="634065" stroke="0" extrusionOk="0">
                <a:moveTo>
                  <a:pt x="0" y="185711"/>
                </a:moveTo>
                <a:cubicBezTo>
                  <a:pt x="49618" y="119126"/>
                  <a:pt x="147649" y="45640"/>
                  <a:pt x="185711" y="0"/>
                </a:cubicBezTo>
                <a:cubicBezTo>
                  <a:pt x="357195" y="-13397"/>
                  <a:pt x="435258" y="4282"/>
                  <a:pt x="647967" y="0"/>
                </a:cubicBezTo>
                <a:cubicBezTo>
                  <a:pt x="860676" y="-4282"/>
                  <a:pt x="1003341" y="-9795"/>
                  <a:pt x="1155941" y="0"/>
                </a:cubicBezTo>
                <a:cubicBezTo>
                  <a:pt x="1308541" y="9795"/>
                  <a:pt x="1567956" y="-9077"/>
                  <a:pt x="1709633" y="0"/>
                </a:cubicBezTo>
                <a:cubicBezTo>
                  <a:pt x="1759585" y="51262"/>
                  <a:pt x="1864579" y="139028"/>
                  <a:pt x="1895344" y="185711"/>
                </a:cubicBezTo>
                <a:cubicBezTo>
                  <a:pt x="1902449" y="311089"/>
                  <a:pt x="1891702" y="363317"/>
                  <a:pt x="1895344" y="448354"/>
                </a:cubicBezTo>
                <a:cubicBezTo>
                  <a:pt x="1824727" y="527572"/>
                  <a:pt x="1785761" y="556960"/>
                  <a:pt x="1709633" y="634065"/>
                </a:cubicBezTo>
                <a:cubicBezTo>
                  <a:pt x="1569908" y="635646"/>
                  <a:pt x="1359069" y="651170"/>
                  <a:pt x="1216898" y="634065"/>
                </a:cubicBezTo>
                <a:cubicBezTo>
                  <a:pt x="1074727" y="616960"/>
                  <a:pt x="811061" y="630897"/>
                  <a:pt x="693685" y="634065"/>
                </a:cubicBezTo>
                <a:cubicBezTo>
                  <a:pt x="576309" y="637233"/>
                  <a:pt x="313362" y="648118"/>
                  <a:pt x="185711" y="634065"/>
                </a:cubicBezTo>
                <a:cubicBezTo>
                  <a:pt x="102215" y="546681"/>
                  <a:pt x="61069" y="514569"/>
                  <a:pt x="0" y="448354"/>
                </a:cubicBezTo>
                <a:cubicBezTo>
                  <a:pt x="9863" y="348566"/>
                  <a:pt x="-5638" y="300765"/>
                  <a:pt x="0" y="185711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>
                <a:solidFill>
                  <a:schemeClr val="bg1"/>
                </a:solidFill>
                <a:latin typeface="Aptos Black"/>
                <a:cs typeface="Dubai"/>
              </a:rPr>
              <a:t>ABRIL 2026</a:t>
            </a:r>
            <a:endParaRPr lang="pt-BR" b="1" dirty="0">
              <a:solidFill>
                <a:schemeClr val="bg1"/>
              </a:solidFill>
              <a:latin typeface="Aptos Black"/>
              <a:cs typeface="Dubai"/>
            </a:endParaRPr>
          </a:p>
        </p:txBody>
      </p:sp>
    </p:spTree>
    <p:extLst>
      <p:ext uri="{BB962C8B-B14F-4D97-AF65-F5344CB8AC3E}">
        <p14:creationId xmlns:p14="http://schemas.microsoft.com/office/powerpoint/2010/main" val="20114551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293DC9D-5ACB-9C45-111A-387A709A49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1" name="Conector de Seta Reta 70">
            <a:extLst>
              <a:ext uri="{FF2B5EF4-FFF2-40B4-BE49-F238E27FC236}">
                <a16:creationId xmlns:a16="http://schemas.microsoft.com/office/drawing/2014/main" id="{3BD40137-28E3-E0A2-CA01-46EF04C99DAD}"/>
              </a:ext>
            </a:extLst>
          </p:cNvPr>
          <p:cNvCxnSpPr>
            <a:cxnSpLocks/>
          </p:cNvCxnSpPr>
          <p:nvPr/>
        </p:nvCxnSpPr>
        <p:spPr>
          <a:xfrm flipH="1">
            <a:off x="1534531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ector de Seta Reta 71">
            <a:extLst>
              <a:ext uri="{FF2B5EF4-FFF2-40B4-BE49-F238E27FC236}">
                <a16:creationId xmlns:a16="http://schemas.microsoft.com/office/drawing/2014/main" id="{008CF9ED-BBE4-3192-34C0-1C54E9B0F4A5}"/>
              </a:ext>
            </a:extLst>
          </p:cNvPr>
          <p:cNvCxnSpPr>
            <a:cxnSpLocks/>
          </p:cNvCxnSpPr>
          <p:nvPr/>
        </p:nvCxnSpPr>
        <p:spPr>
          <a:xfrm flipH="1">
            <a:off x="2975024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ector de Seta Reta 72">
            <a:extLst>
              <a:ext uri="{FF2B5EF4-FFF2-40B4-BE49-F238E27FC236}">
                <a16:creationId xmlns:a16="http://schemas.microsoft.com/office/drawing/2014/main" id="{E2FBD671-9BE9-9D36-C249-75FBDCBD0609}"/>
              </a:ext>
            </a:extLst>
          </p:cNvPr>
          <p:cNvCxnSpPr>
            <a:cxnSpLocks/>
          </p:cNvCxnSpPr>
          <p:nvPr/>
        </p:nvCxnSpPr>
        <p:spPr>
          <a:xfrm flipH="1">
            <a:off x="4780860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ector de Seta Reta 73">
            <a:extLst>
              <a:ext uri="{FF2B5EF4-FFF2-40B4-BE49-F238E27FC236}">
                <a16:creationId xmlns:a16="http://schemas.microsoft.com/office/drawing/2014/main" id="{F3D35522-D370-F826-A84C-914A89165910}"/>
              </a:ext>
            </a:extLst>
          </p:cNvPr>
          <p:cNvCxnSpPr>
            <a:cxnSpLocks/>
          </p:cNvCxnSpPr>
          <p:nvPr/>
        </p:nvCxnSpPr>
        <p:spPr>
          <a:xfrm flipH="1">
            <a:off x="6033463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ector de Seta Reta 74">
            <a:extLst>
              <a:ext uri="{FF2B5EF4-FFF2-40B4-BE49-F238E27FC236}">
                <a16:creationId xmlns:a16="http://schemas.microsoft.com/office/drawing/2014/main" id="{3D6FC169-9B40-D0CA-7DF6-6BDFEED717F7}"/>
              </a:ext>
            </a:extLst>
          </p:cNvPr>
          <p:cNvCxnSpPr>
            <a:cxnSpLocks/>
          </p:cNvCxnSpPr>
          <p:nvPr/>
        </p:nvCxnSpPr>
        <p:spPr>
          <a:xfrm flipH="1">
            <a:off x="7181681" y="5709108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6" name="Conector de Seta Reta 75">
            <a:extLst>
              <a:ext uri="{FF2B5EF4-FFF2-40B4-BE49-F238E27FC236}">
                <a16:creationId xmlns:a16="http://schemas.microsoft.com/office/drawing/2014/main" id="{DFDC67E3-AFF8-74CE-E7C9-CCAE28017B34}"/>
              </a:ext>
            </a:extLst>
          </p:cNvPr>
          <p:cNvCxnSpPr>
            <a:cxnSpLocks/>
          </p:cNvCxnSpPr>
          <p:nvPr/>
        </p:nvCxnSpPr>
        <p:spPr>
          <a:xfrm flipH="1">
            <a:off x="8841379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7" name="Conector de Seta Reta 76">
            <a:extLst>
              <a:ext uri="{FF2B5EF4-FFF2-40B4-BE49-F238E27FC236}">
                <a16:creationId xmlns:a16="http://schemas.microsoft.com/office/drawing/2014/main" id="{B2CD65F1-D1BD-77E1-73FF-1AE86502171A}"/>
              </a:ext>
            </a:extLst>
          </p:cNvPr>
          <p:cNvCxnSpPr>
            <a:cxnSpLocks/>
          </p:cNvCxnSpPr>
          <p:nvPr/>
        </p:nvCxnSpPr>
        <p:spPr>
          <a:xfrm flipH="1">
            <a:off x="9947845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ector de Seta Reta 77">
            <a:extLst>
              <a:ext uri="{FF2B5EF4-FFF2-40B4-BE49-F238E27FC236}">
                <a16:creationId xmlns:a16="http://schemas.microsoft.com/office/drawing/2014/main" id="{D433B534-E3D3-E03C-95EC-5D03DF8BEE9C}"/>
              </a:ext>
            </a:extLst>
          </p:cNvPr>
          <p:cNvCxnSpPr>
            <a:cxnSpLocks/>
          </p:cNvCxnSpPr>
          <p:nvPr/>
        </p:nvCxnSpPr>
        <p:spPr>
          <a:xfrm flipH="1">
            <a:off x="11054311" y="5677794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0" name="Conector de Seta Reta 69">
            <a:extLst>
              <a:ext uri="{FF2B5EF4-FFF2-40B4-BE49-F238E27FC236}">
                <a16:creationId xmlns:a16="http://schemas.microsoft.com/office/drawing/2014/main" id="{EBB74FB0-1788-5795-49D5-014D269EC871}"/>
              </a:ext>
            </a:extLst>
          </p:cNvPr>
          <p:cNvCxnSpPr>
            <a:cxnSpLocks/>
          </p:cNvCxnSpPr>
          <p:nvPr/>
        </p:nvCxnSpPr>
        <p:spPr>
          <a:xfrm flipH="1">
            <a:off x="9958285" y="4863602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5" name="Conector reto 64">
            <a:extLst>
              <a:ext uri="{FF2B5EF4-FFF2-40B4-BE49-F238E27FC236}">
                <a16:creationId xmlns:a16="http://schemas.microsoft.com/office/drawing/2014/main" id="{26DE4E18-C7EF-CD6C-029B-7400CD1FBEC6}"/>
              </a:ext>
            </a:extLst>
          </p:cNvPr>
          <p:cNvCxnSpPr>
            <a:cxnSpLocks/>
          </p:cNvCxnSpPr>
          <p:nvPr/>
        </p:nvCxnSpPr>
        <p:spPr>
          <a:xfrm flipV="1">
            <a:off x="6043496" y="4217338"/>
            <a:ext cx="262" cy="970765"/>
          </a:xfrm>
          <a:prstGeom prst="line">
            <a:avLst/>
          </a:prstGeom>
          <a:ln w="28575">
            <a:solidFill>
              <a:srgbClr val="006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ector reto 65">
            <a:extLst>
              <a:ext uri="{FF2B5EF4-FFF2-40B4-BE49-F238E27FC236}">
                <a16:creationId xmlns:a16="http://schemas.microsoft.com/office/drawing/2014/main" id="{17CEDE83-03D6-A120-E744-8385F5225A2B}"/>
              </a:ext>
            </a:extLst>
          </p:cNvPr>
          <p:cNvCxnSpPr>
            <a:cxnSpLocks/>
          </p:cNvCxnSpPr>
          <p:nvPr/>
        </p:nvCxnSpPr>
        <p:spPr>
          <a:xfrm flipV="1">
            <a:off x="6043496" y="3622350"/>
            <a:ext cx="262" cy="970765"/>
          </a:xfrm>
          <a:prstGeom prst="line">
            <a:avLst/>
          </a:prstGeom>
          <a:ln w="28575">
            <a:solidFill>
              <a:srgbClr val="006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tângulo 10">
            <a:extLst>
              <a:ext uri="{FF2B5EF4-FFF2-40B4-BE49-F238E27FC236}">
                <a16:creationId xmlns:a16="http://schemas.microsoft.com/office/drawing/2014/main" id="{7CABF2F4-D07F-DB52-377C-CB95DA4BD77F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9AC86CC0-BC2B-1B0A-C949-C9EFBEB1FFC4}"/>
              </a:ext>
            </a:extLst>
          </p:cNvPr>
          <p:cNvSpPr txBox="1"/>
          <p:nvPr/>
        </p:nvSpPr>
        <p:spPr>
          <a:xfrm>
            <a:off x="2382363" y="128950"/>
            <a:ext cx="742193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rgbClr val="F5EBDA"/>
                </a:solidFill>
              </a:rPr>
              <a:t>PROJETO FRUTIFICAR AMAZÔNIA –</a:t>
            </a:r>
            <a:r>
              <a:rPr lang="pt-BR" sz="2400">
                <a:solidFill>
                  <a:srgbClr val="F5EBDA"/>
                </a:solidFill>
              </a:rPr>
              <a:t> DADOS GERAIS</a:t>
            </a:r>
            <a:endParaRPr lang="pt-BR" sz="2400" dirty="0">
              <a:solidFill>
                <a:srgbClr val="F5EBDA"/>
              </a:solidFill>
            </a:endParaRP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567168D7-A5D7-9A69-9117-89A153DF981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4" name="CaixaDeTexto 15">
            <a:extLst>
              <a:ext uri="{FF2B5EF4-FFF2-40B4-BE49-F238E27FC236}">
                <a16:creationId xmlns:a16="http://schemas.microsoft.com/office/drawing/2014/main" id="{AA1FF822-6516-617D-E9B6-A23C50BE9611}"/>
              </a:ext>
            </a:extLst>
          </p:cNvPr>
          <p:cNvSpPr txBox="1"/>
          <p:nvPr/>
        </p:nvSpPr>
        <p:spPr>
          <a:xfrm>
            <a:off x="555752" y="1109648"/>
            <a:ext cx="10974620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u="sng">
                <a:solidFill>
                  <a:srgbClr val="004D2D"/>
                </a:solidFill>
                <a:latin typeface="Aptos Black"/>
              </a:rPr>
              <a:t>Prazo de execução:</a:t>
            </a:r>
            <a:r>
              <a:rPr lang="pt-BR" sz="2000"/>
              <a:t>  42 meses (abril de 2026 a setembro de 2029)</a:t>
            </a:r>
            <a:endParaRPr lang="pt-BR"/>
          </a:p>
        </p:txBody>
      </p:sp>
      <p:sp>
        <p:nvSpPr>
          <p:cNvPr id="5" name="CaixaDeTexto 1">
            <a:extLst>
              <a:ext uri="{FF2B5EF4-FFF2-40B4-BE49-F238E27FC236}">
                <a16:creationId xmlns:a16="http://schemas.microsoft.com/office/drawing/2014/main" id="{FBAB47DF-3508-4103-9E12-A393B8C9DE9D}"/>
              </a:ext>
            </a:extLst>
          </p:cNvPr>
          <p:cNvSpPr txBox="1"/>
          <p:nvPr/>
        </p:nvSpPr>
        <p:spPr>
          <a:xfrm>
            <a:off x="555752" y="1710870"/>
            <a:ext cx="11075670" cy="1077218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u="sng">
                <a:solidFill>
                  <a:srgbClr val="004D2D"/>
                </a:solidFill>
                <a:latin typeface="Aptos Black"/>
              </a:rPr>
              <a:t>Objetivo: </a:t>
            </a:r>
            <a:r>
              <a:rPr lang="pt-BR" sz="2000"/>
              <a:t>Fortalecer cadeias produtivas da bioeconomia na Amazônia, gerando renda para agricultores </a:t>
            </a:r>
            <a:r>
              <a:rPr lang="pt-BR" sz="2000" dirty="0"/>
              <a:t>familiares e comunidades tradicionais, valorizando a floresta em pé e contribuindo para a redução do desmatamento.</a:t>
            </a:r>
            <a:endParaRPr lang="pt-BR"/>
          </a:p>
        </p:txBody>
      </p:sp>
      <p:sp>
        <p:nvSpPr>
          <p:cNvPr id="13" name="CaixaDeTexto 3">
            <a:extLst>
              <a:ext uri="{FF2B5EF4-FFF2-40B4-BE49-F238E27FC236}">
                <a16:creationId xmlns:a16="http://schemas.microsoft.com/office/drawing/2014/main" id="{63A41CC5-DB23-F4A0-12F1-A32E1EAF8564}"/>
              </a:ext>
            </a:extLst>
          </p:cNvPr>
          <p:cNvSpPr txBox="1"/>
          <p:nvPr/>
        </p:nvSpPr>
        <p:spPr>
          <a:xfrm>
            <a:off x="555752" y="2966388"/>
            <a:ext cx="11608966" cy="46166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u="sng">
                <a:solidFill>
                  <a:srgbClr val="004D2D"/>
                </a:solidFill>
                <a:latin typeface="Aptos Black"/>
              </a:rPr>
              <a:t>Estrutura de execução:</a:t>
            </a:r>
          </a:p>
        </p:txBody>
      </p:sp>
      <p:sp>
        <p:nvSpPr>
          <p:cNvPr id="16" name="Octógono 15">
            <a:extLst>
              <a:ext uri="{FF2B5EF4-FFF2-40B4-BE49-F238E27FC236}">
                <a16:creationId xmlns:a16="http://schemas.microsoft.com/office/drawing/2014/main" id="{5E88799B-ACB6-5413-CCDE-FDF8C80C7FF8}"/>
              </a:ext>
            </a:extLst>
          </p:cNvPr>
          <p:cNvSpPr/>
          <p:nvPr/>
        </p:nvSpPr>
        <p:spPr>
          <a:xfrm>
            <a:off x="5417820" y="3619642"/>
            <a:ext cx="1188720" cy="369332"/>
          </a:xfrm>
          <a:custGeom>
            <a:avLst/>
            <a:gdLst>
              <a:gd name="csX0" fmla="*/ 0 w 1188720"/>
              <a:gd name="csY0" fmla="*/ 108174 h 369332"/>
              <a:gd name="csX1" fmla="*/ 108174 w 1188720"/>
              <a:gd name="csY1" fmla="*/ 0 h 369332"/>
              <a:gd name="csX2" fmla="*/ 574913 w 1188720"/>
              <a:gd name="csY2" fmla="*/ 0 h 369332"/>
              <a:gd name="csX3" fmla="*/ 1080546 w 1188720"/>
              <a:gd name="csY3" fmla="*/ 0 h 369332"/>
              <a:gd name="csX4" fmla="*/ 1188720 w 1188720"/>
              <a:gd name="csY4" fmla="*/ 108174 h 369332"/>
              <a:gd name="csX5" fmla="*/ 1188720 w 1188720"/>
              <a:gd name="csY5" fmla="*/ 261158 h 369332"/>
              <a:gd name="csX6" fmla="*/ 1080546 w 1188720"/>
              <a:gd name="csY6" fmla="*/ 369332 h 369332"/>
              <a:gd name="csX7" fmla="*/ 584636 w 1188720"/>
              <a:gd name="csY7" fmla="*/ 369332 h 369332"/>
              <a:gd name="csX8" fmla="*/ 108174 w 1188720"/>
              <a:gd name="csY8" fmla="*/ 369332 h 369332"/>
              <a:gd name="csX9" fmla="*/ 0 w 1188720"/>
              <a:gd name="csY9" fmla="*/ 261158 h 369332"/>
              <a:gd name="csX10" fmla="*/ 0 w 1188720"/>
              <a:gd name="csY10" fmla="*/ 108174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188720" h="369332" fill="none" extrusionOk="0">
                <a:moveTo>
                  <a:pt x="0" y="108174"/>
                </a:moveTo>
                <a:cubicBezTo>
                  <a:pt x="26476" y="83533"/>
                  <a:pt x="62548" y="37211"/>
                  <a:pt x="108174" y="0"/>
                </a:cubicBezTo>
                <a:cubicBezTo>
                  <a:pt x="335258" y="930"/>
                  <a:pt x="400019" y="-21801"/>
                  <a:pt x="574913" y="0"/>
                </a:cubicBezTo>
                <a:cubicBezTo>
                  <a:pt x="749807" y="21801"/>
                  <a:pt x="895622" y="-18286"/>
                  <a:pt x="1080546" y="0"/>
                </a:cubicBezTo>
                <a:cubicBezTo>
                  <a:pt x="1107945" y="33319"/>
                  <a:pt x="1161860" y="74366"/>
                  <a:pt x="1188720" y="108174"/>
                </a:cubicBezTo>
                <a:cubicBezTo>
                  <a:pt x="1186067" y="155266"/>
                  <a:pt x="1192279" y="227463"/>
                  <a:pt x="1188720" y="261158"/>
                </a:cubicBezTo>
                <a:cubicBezTo>
                  <a:pt x="1157869" y="287134"/>
                  <a:pt x="1119693" y="330522"/>
                  <a:pt x="1080546" y="369332"/>
                </a:cubicBezTo>
                <a:cubicBezTo>
                  <a:pt x="862910" y="389536"/>
                  <a:pt x="697295" y="351562"/>
                  <a:pt x="584636" y="369332"/>
                </a:cubicBezTo>
                <a:cubicBezTo>
                  <a:pt x="471977" y="387103"/>
                  <a:pt x="327367" y="359935"/>
                  <a:pt x="108174" y="369332"/>
                </a:cubicBezTo>
                <a:cubicBezTo>
                  <a:pt x="67921" y="320574"/>
                  <a:pt x="24725" y="292108"/>
                  <a:pt x="0" y="261158"/>
                </a:cubicBezTo>
                <a:cubicBezTo>
                  <a:pt x="1811" y="192484"/>
                  <a:pt x="6781" y="157816"/>
                  <a:pt x="0" y="108174"/>
                </a:cubicBezTo>
                <a:close/>
              </a:path>
              <a:path w="1188720" h="369332" stroke="0" extrusionOk="0">
                <a:moveTo>
                  <a:pt x="0" y="108174"/>
                </a:moveTo>
                <a:cubicBezTo>
                  <a:pt x="43446" y="73531"/>
                  <a:pt x="81452" y="27552"/>
                  <a:pt x="108174" y="0"/>
                </a:cubicBezTo>
                <a:cubicBezTo>
                  <a:pt x="337920" y="18218"/>
                  <a:pt x="398365" y="-14148"/>
                  <a:pt x="594360" y="0"/>
                </a:cubicBezTo>
                <a:cubicBezTo>
                  <a:pt x="790355" y="14148"/>
                  <a:pt x="907526" y="21521"/>
                  <a:pt x="1080546" y="0"/>
                </a:cubicBezTo>
                <a:cubicBezTo>
                  <a:pt x="1105092" y="22352"/>
                  <a:pt x="1149475" y="71822"/>
                  <a:pt x="1188720" y="108174"/>
                </a:cubicBezTo>
                <a:cubicBezTo>
                  <a:pt x="1185694" y="146698"/>
                  <a:pt x="1194721" y="186061"/>
                  <a:pt x="1188720" y="261158"/>
                </a:cubicBezTo>
                <a:cubicBezTo>
                  <a:pt x="1143610" y="310544"/>
                  <a:pt x="1125960" y="322651"/>
                  <a:pt x="1080546" y="369332"/>
                </a:cubicBezTo>
                <a:cubicBezTo>
                  <a:pt x="979144" y="380291"/>
                  <a:pt x="822340" y="354213"/>
                  <a:pt x="574913" y="369332"/>
                </a:cubicBezTo>
                <a:cubicBezTo>
                  <a:pt x="327486" y="384451"/>
                  <a:pt x="338572" y="373288"/>
                  <a:pt x="108174" y="369332"/>
                </a:cubicBezTo>
                <a:cubicBezTo>
                  <a:pt x="78461" y="330785"/>
                  <a:pt x="32151" y="289156"/>
                  <a:pt x="0" y="261158"/>
                </a:cubicBezTo>
                <a:cubicBezTo>
                  <a:pt x="-5540" y="207091"/>
                  <a:pt x="5220" y="182809"/>
                  <a:pt x="0" y="108174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1268719077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/>
              <a:t>IPAM</a:t>
            </a:r>
          </a:p>
        </p:txBody>
      </p:sp>
      <p:sp>
        <p:nvSpPr>
          <p:cNvPr id="17" name="Octógono 16">
            <a:extLst>
              <a:ext uri="{FF2B5EF4-FFF2-40B4-BE49-F238E27FC236}">
                <a16:creationId xmlns:a16="http://schemas.microsoft.com/office/drawing/2014/main" id="{7DF04E56-6BAB-5CD3-E5D9-597B5381FA0B}"/>
              </a:ext>
            </a:extLst>
          </p:cNvPr>
          <p:cNvSpPr/>
          <p:nvPr/>
        </p:nvSpPr>
        <p:spPr>
          <a:xfrm>
            <a:off x="5122623" y="4293004"/>
            <a:ext cx="1842735" cy="338017"/>
          </a:xfrm>
          <a:custGeom>
            <a:avLst/>
            <a:gdLst>
              <a:gd name="csX0" fmla="*/ 0 w 1842735"/>
              <a:gd name="csY0" fmla="*/ 99002 h 338017"/>
              <a:gd name="csX1" fmla="*/ 99002 w 1842735"/>
              <a:gd name="csY1" fmla="*/ 0 h 338017"/>
              <a:gd name="csX2" fmla="*/ 597904 w 1842735"/>
              <a:gd name="csY2" fmla="*/ 0 h 338017"/>
              <a:gd name="csX3" fmla="*/ 1129700 w 1842735"/>
              <a:gd name="csY3" fmla="*/ 0 h 338017"/>
              <a:gd name="csX4" fmla="*/ 1743733 w 1842735"/>
              <a:gd name="csY4" fmla="*/ 0 h 338017"/>
              <a:gd name="csX5" fmla="*/ 1842735 w 1842735"/>
              <a:gd name="csY5" fmla="*/ 99002 h 338017"/>
              <a:gd name="csX6" fmla="*/ 1842735 w 1842735"/>
              <a:gd name="csY6" fmla="*/ 239015 h 338017"/>
              <a:gd name="csX7" fmla="*/ 1743733 w 1842735"/>
              <a:gd name="csY7" fmla="*/ 338017 h 338017"/>
              <a:gd name="csX8" fmla="*/ 1195489 w 1842735"/>
              <a:gd name="csY8" fmla="*/ 338017 h 338017"/>
              <a:gd name="csX9" fmla="*/ 614351 w 1842735"/>
              <a:gd name="csY9" fmla="*/ 338017 h 338017"/>
              <a:gd name="csX10" fmla="*/ 99002 w 1842735"/>
              <a:gd name="csY10" fmla="*/ 338017 h 338017"/>
              <a:gd name="csX11" fmla="*/ 0 w 1842735"/>
              <a:gd name="csY11" fmla="*/ 239015 h 338017"/>
              <a:gd name="csX12" fmla="*/ 0 w 1842735"/>
              <a:gd name="csY12" fmla="*/ 99002 h 33801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1842735" h="338017" fill="none" extrusionOk="0">
                <a:moveTo>
                  <a:pt x="0" y="99002"/>
                </a:moveTo>
                <a:cubicBezTo>
                  <a:pt x="27002" y="66068"/>
                  <a:pt x="76651" y="23299"/>
                  <a:pt x="99002" y="0"/>
                </a:cubicBezTo>
                <a:cubicBezTo>
                  <a:pt x="335597" y="11678"/>
                  <a:pt x="495434" y="3344"/>
                  <a:pt x="597904" y="0"/>
                </a:cubicBezTo>
                <a:cubicBezTo>
                  <a:pt x="700374" y="-3344"/>
                  <a:pt x="936092" y="3887"/>
                  <a:pt x="1129700" y="0"/>
                </a:cubicBezTo>
                <a:cubicBezTo>
                  <a:pt x="1323308" y="-3887"/>
                  <a:pt x="1563169" y="21398"/>
                  <a:pt x="1743733" y="0"/>
                </a:cubicBezTo>
                <a:cubicBezTo>
                  <a:pt x="1797041" y="43462"/>
                  <a:pt x="1824324" y="76513"/>
                  <a:pt x="1842735" y="99002"/>
                </a:cubicBezTo>
                <a:cubicBezTo>
                  <a:pt x="1846400" y="134614"/>
                  <a:pt x="1843133" y="178028"/>
                  <a:pt x="1842735" y="239015"/>
                </a:cubicBezTo>
                <a:cubicBezTo>
                  <a:pt x="1795862" y="283080"/>
                  <a:pt x="1772979" y="307072"/>
                  <a:pt x="1743733" y="338017"/>
                </a:cubicBezTo>
                <a:cubicBezTo>
                  <a:pt x="1539106" y="317677"/>
                  <a:pt x="1469209" y="324336"/>
                  <a:pt x="1195489" y="338017"/>
                </a:cubicBezTo>
                <a:cubicBezTo>
                  <a:pt x="921769" y="351698"/>
                  <a:pt x="834961" y="330457"/>
                  <a:pt x="614351" y="338017"/>
                </a:cubicBezTo>
                <a:cubicBezTo>
                  <a:pt x="393741" y="345577"/>
                  <a:pt x="331830" y="346579"/>
                  <a:pt x="99002" y="338017"/>
                </a:cubicBezTo>
                <a:cubicBezTo>
                  <a:pt x="52434" y="298157"/>
                  <a:pt x="46140" y="290947"/>
                  <a:pt x="0" y="239015"/>
                </a:cubicBezTo>
                <a:cubicBezTo>
                  <a:pt x="2507" y="189713"/>
                  <a:pt x="2841" y="157504"/>
                  <a:pt x="0" y="99002"/>
                </a:cubicBezTo>
                <a:close/>
              </a:path>
              <a:path w="1842735" h="338017" stroke="0" extrusionOk="0">
                <a:moveTo>
                  <a:pt x="0" y="99002"/>
                </a:moveTo>
                <a:cubicBezTo>
                  <a:pt x="35053" y="57886"/>
                  <a:pt x="69959" y="32973"/>
                  <a:pt x="99002" y="0"/>
                </a:cubicBezTo>
                <a:cubicBezTo>
                  <a:pt x="255173" y="4426"/>
                  <a:pt x="423459" y="4390"/>
                  <a:pt x="663693" y="0"/>
                </a:cubicBezTo>
                <a:cubicBezTo>
                  <a:pt x="903927" y="-4390"/>
                  <a:pt x="1008905" y="13016"/>
                  <a:pt x="1228384" y="0"/>
                </a:cubicBezTo>
                <a:cubicBezTo>
                  <a:pt x="1447863" y="-13016"/>
                  <a:pt x="1514206" y="-881"/>
                  <a:pt x="1743733" y="0"/>
                </a:cubicBezTo>
                <a:cubicBezTo>
                  <a:pt x="1778171" y="28108"/>
                  <a:pt x="1806672" y="53973"/>
                  <a:pt x="1842735" y="99002"/>
                </a:cubicBezTo>
                <a:cubicBezTo>
                  <a:pt x="1843688" y="131269"/>
                  <a:pt x="1849200" y="200407"/>
                  <a:pt x="1842735" y="239015"/>
                </a:cubicBezTo>
                <a:cubicBezTo>
                  <a:pt x="1798222" y="275835"/>
                  <a:pt x="1760930" y="311414"/>
                  <a:pt x="1743733" y="338017"/>
                </a:cubicBezTo>
                <a:cubicBezTo>
                  <a:pt x="1561951" y="361539"/>
                  <a:pt x="1368905" y="330080"/>
                  <a:pt x="1162595" y="338017"/>
                </a:cubicBezTo>
                <a:cubicBezTo>
                  <a:pt x="956285" y="345954"/>
                  <a:pt x="835618" y="363749"/>
                  <a:pt x="630798" y="338017"/>
                </a:cubicBezTo>
                <a:cubicBezTo>
                  <a:pt x="425978" y="312285"/>
                  <a:pt x="293658" y="353810"/>
                  <a:pt x="99002" y="338017"/>
                </a:cubicBezTo>
                <a:cubicBezTo>
                  <a:pt x="62112" y="303017"/>
                  <a:pt x="30317" y="259879"/>
                  <a:pt x="0" y="239015"/>
                </a:cubicBezTo>
                <a:cubicBezTo>
                  <a:pt x="4957" y="182203"/>
                  <a:pt x="6249" y="164166"/>
                  <a:pt x="0" y="99002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2196338305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/>
              <a:t>AGLUTINADAS</a:t>
            </a:r>
          </a:p>
        </p:txBody>
      </p:sp>
      <p:sp>
        <p:nvSpPr>
          <p:cNvPr id="27" name="Octógono 26">
            <a:extLst>
              <a:ext uri="{FF2B5EF4-FFF2-40B4-BE49-F238E27FC236}">
                <a16:creationId xmlns:a16="http://schemas.microsoft.com/office/drawing/2014/main" id="{EDE601DF-42CF-4905-6931-16E00D8FB30D}"/>
              </a:ext>
            </a:extLst>
          </p:cNvPr>
          <p:cNvSpPr/>
          <p:nvPr/>
        </p:nvSpPr>
        <p:spPr>
          <a:xfrm>
            <a:off x="755332" y="5218954"/>
            <a:ext cx="2874645" cy="493305"/>
          </a:xfrm>
          <a:custGeom>
            <a:avLst/>
            <a:gdLst>
              <a:gd name="csX0" fmla="*/ 0 w 2874645"/>
              <a:gd name="csY0" fmla="*/ 144484 h 493305"/>
              <a:gd name="csX1" fmla="*/ 144484 w 2874645"/>
              <a:gd name="csY1" fmla="*/ 0 h 493305"/>
              <a:gd name="csX2" fmla="*/ 765046 w 2874645"/>
              <a:gd name="csY2" fmla="*/ 0 h 493305"/>
              <a:gd name="csX3" fmla="*/ 1463179 w 2874645"/>
              <a:gd name="csY3" fmla="*/ 0 h 493305"/>
              <a:gd name="csX4" fmla="*/ 2057885 w 2874645"/>
              <a:gd name="csY4" fmla="*/ 0 h 493305"/>
              <a:gd name="csX5" fmla="*/ 2730161 w 2874645"/>
              <a:gd name="csY5" fmla="*/ 0 h 493305"/>
              <a:gd name="csX6" fmla="*/ 2874645 w 2874645"/>
              <a:gd name="csY6" fmla="*/ 144484 h 493305"/>
              <a:gd name="csX7" fmla="*/ 2874645 w 2874645"/>
              <a:gd name="csY7" fmla="*/ 348821 h 493305"/>
              <a:gd name="csX8" fmla="*/ 2730161 w 2874645"/>
              <a:gd name="csY8" fmla="*/ 493305 h 493305"/>
              <a:gd name="csX9" fmla="*/ 2032028 w 2874645"/>
              <a:gd name="csY9" fmla="*/ 493305 h 493305"/>
              <a:gd name="csX10" fmla="*/ 1333895 w 2874645"/>
              <a:gd name="csY10" fmla="*/ 493305 h 493305"/>
              <a:gd name="csX11" fmla="*/ 144484 w 2874645"/>
              <a:gd name="csY11" fmla="*/ 493305 h 493305"/>
              <a:gd name="csX12" fmla="*/ 0 w 2874645"/>
              <a:gd name="csY12" fmla="*/ 348821 h 493305"/>
              <a:gd name="csX13" fmla="*/ 0 w 2874645"/>
              <a:gd name="csY13" fmla="*/ 144484 h 4933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74645" h="493305" fill="none" extrusionOk="0">
                <a:moveTo>
                  <a:pt x="0" y="144484"/>
                </a:moveTo>
                <a:cubicBezTo>
                  <a:pt x="68102" y="84199"/>
                  <a:pt x="81917" y="76961"/>
                  <a:pt x="144484" y="0"/>
                </a:cubicBezTo>
                <a:cubicBezTo>
                  <a:pt x="300943" y="4743"/>
                  <a:pt x="475186" y="-2147"/>
                  <a:pt x="765046" y="0"/>
                </a:cubicBezTo>
                <a:cubicBezTo>
                  <a:pt x="1054906" y="2147"/>
                  <a:pt x="1224210" y="-25434"/>
                  <a:pt x="1463179" y="0"/>
                </a:cubicBezTo>
                <a:cubicBezTo>
                  <a:pt x="1702148" y="25434"/>
                  <a:pt x="1770700" y="26072"/>
                  <a:pt x="2057885" y="0"/>
                </a:cubicBezTo>
                <a:cubicBezTo>
                  <a:pt x="2345070" y="-26072"/>
                  <a:pt x="2406436" y="11943"/>
                  <a:pt x="2730161" y="0"/>
                </a:cubicBezTo>
                <a:cubicBezTo>
                  <a:pt x="2777047" y="44075"/>
                  <a:pt x="2843278" y="110111"/>
                  <a:pt x="2874645" y="144484"/>
                </a:cubicBezTo>
                <a:cubicBezTo>
                  <a:pt x="2883848" y="219952"/>
                  <a:pt x="2866297" y="282598"/>
                  <a:pt x="2874645" y="348821"/>
                </a:cubicBezTo>
                <a:cubicBezTo>
                  <a:pt x="2822928" y="395134"/>
                  <a:pt x="2792039" y="441495"/>
                  <a:pt x="2730161" y="493305"/>
                </a:cubicBezTo>
                <a:cubicBezTo>
                  <a:pt x="2547906" y="513695"/>
                  <a:pt x="2356595" y="508208"/>
                  <a:pt x="2032028" y="493305"/>
                </a:cubicBezTo>
                <a:cubicBezTo>
                  <a:pt x="1707461" y="478402"/>
                  <a:pt x="1525420" y="483683"/>
                  <a:pt x="1333895" y="493305"/>
                </a:cubicBezTo>
                <a:cubicBezTo>
                  <a:pt x="1142370" y="502927"/>
                  <a:pt x="537179" y="510818"/>
                  <a:pt x="144484" y="493305"/>
                </a:cubicBezTo>
                <a:cubicBezTo>
                  <a:pt x="102191" y="448148"/>
                  <a:pt x="45518" y="401241"/>
                  <a:pt x="0" y="348821"/>
                </a:cubicBezTo>
                <a:cubicBezTo>
                  <a:pt x="-6023" y="249844"/>
                  <a:pt x="7046" y="196761"/>
                  <a:pt x="0" y="144484"/>
                </a:cubicBezTo>
                <a:close/>
              </a:path>
              <a:path w="2874645" h="493305" stroke="0" extrusionOk="0">
                <a:moveTo>
                  <a:pt x="0" y="144484"/>
                </a:moveTo>
                <a:cubicBezTo>
                  <a:pt x="43830" y="106324"/>
                  <a:pt x="111291" y="39921"/>
                  <a:pt x="144484" y="0"/>
                </a:cubicBezTo>
                <a:cubicBezTo>
                  <a:pt x="314610" y="179"/>
                  <a:pt x="519473" y="-16122"/>
                  <a:pt x="765046" y="0"/>
                </a:cubicBezTo>
                <a:cubicBezTo>
                  <a:pt x="1010619" y="16122"/>
                  <a:pt x="1136966" y="1492"/>
                  <a:pt x="1385609" y="0"/>
                </a:cubicBezTo>
                <a:cubicBezTo>
                  <a:pt x="1634252" y="-1492"/>
                  <a:pt x="1768088" y="-25028"/>
                  <a:pt x="2006171" y="0"/>
                </a:cubicBezTo>
                <a:cubicBezTo>
                  <a:pt x="2244254" y="25028"/>
                  <a:pt x="2391563" y="122"/>
                  <a:pt x="2730161" y="0"/>
                </a:cubicBezTo>
                <a:cubicBezTo>
                  <a:pt x="2798163" y="63602"/>
                  <a:pt x="2838848" y="119023"/>
                  <a:pt x="2874645" y="144484"/>
                </a:cubicBezTo>
                <a:cubicBezTo>
                  <a:pt x="2875378" y="231815"/>
                  <a:pt x="2868219" y="299694"/>
                  <a:pt x="2874645" y="348821"/>
                </a:cubicBezTo>
                <a:cubicBezTo>
                  <a:pt x="2825132" y="384876"/>
                  <a:pt x="2765311" y="467596"/>
                  <a:pt x="2730161" y="493305"/>
                </a:cubicBezTo>
                <a:cubicBezTo>
                  <a:pt x="2446564" y="471843"/>
                  <a:pt x="2303496" y="481331"/>
                  <a:pt x="2032028" y="493305"/>
                </a:cubicBezTo>
                <a:cubicBezTo>
                  <a:pt x="1760560" y="505279"/>
                  <a:pt x="1517505" y="517000"/>
                  <a:pt x="1385609" y="493305"/>
                </a:cubicBezTo>
                <a:cubicBezTo>
                  <a:pt x="1253713" y="469610"/>
                  <a:pt x="764665" y="490309"/>
                  <a:pt x="144484" y="493305"/>
                </a:cubicBezTo>
                <a:cubicBezTo>
                  <a:pt x="65774" y="428676"/>
                  <a:pt x="38893" y="388155"/>
                  <a:pt x="0" y="348821"/>
                </a:cubicBezTo>
                <a:cubicBezTo>
                  <a:pt x="-9541" y="301754"/>
                  <a:pt x="9015" y="204082"/>
                  <a:pt x="0" y="144484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664951574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 b="1" dirty="0">
                <a:solidFill>
                  <a:schemeClr val="bg1"/>
                </a:solidFill>
              </a:rPr>
              <a:t>PARÁ TRANSAMAZÔNICA/XINGU</a:t>
            </a:r>
          </a:p>
        </p:txBody>
      </p:sp>
      <p:sp>
        <p:nvSpPr>
          <p:cNvPr id="28" name="Octógono 27">
            <a:extLst>
              <a:ext uri="{FF2B5EF4-FFF2-40B4-BE49-F238E27FC236}">
                <a16:creationId xmlns:a16="http://schemas.microsoft.com/office/drawing/2014/main" id="{794F913B-5C24-DB3D-160B-12FAB7A596EB}"/>
              </a:ext>
            </a:extLst>
          </p:cNvPr>
          <p:cNvSpPr/>
          <p:nvPr/>
        </p:nvSpPr>
        <p:spPr>
          <a:xfrm>
            <a:off x="4193413" y="5186206"/>
            <a:ext cx="3538885" cy="542636"/>
          </a:xfrm>
          <a:custGeom>
            <a:avLst/>
            <a:gdLst>
              <a:gd name="csX0" fmla="*/ 0 w 3538885"/>
              <a:gd name="csY0" fmla="*/ 158933 h 542636"/>
              <a:gd name="csX1" fmla="*/ 158933 w 3538885"/>
              <a:gd name="csY1" fmla="*/ 0 h 542636"/>
              <a:gd name="csX2" fmla="*/ 867557 w 3538885"/>
              <a:gd name="csY2" fmla="*/ 0 h 542636"/>
              <a:gd name="csX3" fmla="*/ 1447341 w 3538885"/>
              <a:gd name="csY3" fmla="*/ 0 h 542636"/>
              <a:gd name="csX4" fmla="*/ 2155965 w 3538885"/>
              <a:gd name="csY4" fmla="*/ 0 h 542636"/>
              <a:gd name="csX5" fmla="*/ 3379952 w 3538885"/>
              <a:gd name="csY5" fmla="*/ 0 h 542636"/>
              <a:gd name="csX6" fmla="*/ 3538885 w 3538885"/>
              <a:gd name="csY6" fmla="*/ 158933 h 542636"/>
              <a:gd name="csX7" fmla="*/ 3538885 w 3538885"/>
              <a:gd name="csY7" fmla="*/ 383703 h 542636"/>
              <a:gd name="csX8" fmla="*/ 3379952 w 3538885"/>
              <a:gd name="csY8" fmla="*/ 542636 h 542636"/>
              <a:gd name="csX9" fmla="*/ 2703538 w 3538885"/>
              <a:gd name="csY9" fmla="*/ 542636 h 542636"/>
              <a:gd name="csX10" fmla="*/ 2155965 w 3538885"/>
              <a:gd name="csY10" fmla="*/ 542636 h 542636"/>
              <a:gd name="csX11" fmla="*/ 1511761 w 3538885"/>
              <a:gd name="csY11" fmla="*/ 542636 h 542636"/>
              <a:gd name="csX12" fmla="*/ 867557 w 3538885"/>
              <a:gd name="csY12" fmla="*/ 542636 h 542636"/>
              <a:gd name="csX13" fmla="*/ 158933 w 3538885"/>
              <a:gd name="csY13" fmla="*/ 542636 h 542636"/>
              <a:gd name="csX14" fmla="*/ 0 w 3538885"/>
              <a:gd name="csY14" fmla="*/ 383703 h 542636"/>
              <a:gd name="csX15" fmla="*/ 0 w 3538885"/>
              <a:gd name="csY15" fmla="*/ 158933 h 54263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</a:cxnLst>
            <a:rect l="l" t="t" r="r" b="b"/>
            <a:pathLst>
              <a:path w="3538885" h="542636" fill="none" extrusionOk="0">
                <a:moveTo>
                  <a:pt x="0" y="158933"/>
                </a:moveTo>
                <a:cubicBezTo>
                  <a:pt x="60291" y="113606"/>
                  <a:pt x="96660" y="70409"/>
                  <a:pt x="158933" y="0"/>
                </a:cubicBezTo>
                <a:cubicBezTo>
                  <a:pt x="448480" y="-14562"/>
                  <a:pt x="574520" y="-11669"/>
                  <a:pt x="867557" y="0"/>
                </a:cubicBezTo>
                <a:cubicBezTo>
                  <a:pt x="1160594" y="11669"/>
                  <a:pt x="1292686" y="-17109"/>
                  <a:pt x="1447341" y="0"/>
                </a:cubicBezTo>
                <a:cubicBezTo>
                  <a:pt x="1601996" y="17109"/>
                  <a:pt x="1980167" y="-9208"/>
                  <a:pt x="2155965" y="0"/>
                </a:cubicBezTo>
                <a:cubicBezTo>
                  <a:pt x="2331763" y="9208"/>
                  <a:pt x="2775796" y="287"/>
                  <a:pt x="3379952" y="0"/>
                </a:cubicBezTo>
                <a:cubicBezTo>
                  <a:pt x="3428882" y="42894"/>
                  <a:pt x="3484639" y="107873"/>
                  <a:pt x="3538885" y="158933"/>
                </a:cubicBezTo>
                <a:cubicBezTo>
                  <a:pt x="3530862" y="240342"/>
                  <a:pt x="3535687" y="278492"/>
                  <a:pt x="3538885" y="383703"/>
                </a:cubicBezTo>
                <a:cubicBezTo>
                  <a:pt x="3496811" y="427712"/>
                  <a:pt x="3415979" y="492484"/>
                  <a:pt x="3379952" y="542636"/>
                </a:cubicBezTo>
                <a:cubicBezTo>
                  <a:pt x="3134361" y="527731"/>
                  <a:pt x="2970708" y="575459"/>
                  <a:pt x="2703538" y="542636"/>
                </a:cubicBezTo>
                <a:cubicBezTo>
                  <a:pt x="2436368" y="509813"/>
                  <a:pt x="2328842" y="518517"/>
                  <a:pt x="2155965" y="542636"/>
                </a:cubicBezTo>
                <a:cubicBezTo>
                  <a:pt x="1983088" y="566755"/>
                  <a:pt x="1734444" y="568440"/>
                  <a:pt x="1511761" y="542636"/>
                </a:cubicBezTo>
                <a:cubicBezTo>
                  <a:pt x="1289078" y="516832"/>
                  <a:pt x="1004443" y="557491"/>
                  <a:pt x="867557" y="542636"/>
                </a:cubicBezTo>
                <a:cubicBezTo>
                  <a:pt x="730671" y="527781"/>
                  <a:pt x="304858" y="556711"/>
                  <a:pt x="158933" y="542636"/>
                </a:cubicBezTo>
                <a:cubicBezTo>
                  <a:pt x="98867" y="475982"/>
                  <a:pt x="48336" y="446860"/>
                  <a:pt x="0" y="383703"/>
                </a:cubicBezTo>
                <a:cubicBezTo>
                  <a:pt x="3538" y="327671"/>
                  <a:pt x="8779" y="217650"/>
                  <a:pt x="0" y="158933"/>
                </a:cubicBezTo>
                <a:close/>
              </a:path>
              <a:path w="3538885" h="542636" stroke="0" extrusionOk="0">
                <a:moveTo>
                  <a:pt x="0" y="158933"/>
                </a:moveTo>
                <a:cubicBezTo>
                  <a:pt x="56515" y="89839"/>
                  <a:pt x="121985" y="29918"/>
                  <a:pt x="158933" y="0"/>
                </a:cubicBezTo>
                <a:cubicBezTo>
                  <a:pt x="405348" y="-24811"/>
                  <a:pt x="618713" y="-19633"/>
                  <a:pt x="867557" y="0"/>
                </a:cubicBezTo>
                <a:cubicBezTo>
                  <a:pt x="1116401" y="19633"/>
                  <a:pt x="1186648" y="29149"/>
                  <a:pt x="1479551" y="0"/>
                </a:cubicBezTo>
                <a:cubicBezTo>
                  <a:pt x="1772454" y="-29149"/>
                  <a:pt x="1945268" y="-23192"/>
                  <a:pt x="2091544" y="0"/>
                </a:cubicBezTo>
                <a:cubicBezTo>
                  <a:pt x="2237820" y="23192"/>
                  <a:pt x="2545269" y="22279"/>
                  <a:pt x="2800169" y="0"/>
                </a:cubicBezTo>
                <a:cubicBezTo>
                  <a:pt x="3055069" y="-22279"/>
                  <a:pt x="3098038" y="-11736"/>
                  <a:pt x="3379952" y="0"/>
                </a:cubicBezTo>
                <a:cubicBezTo>
                  <a:pt x="3431112" y="54022"/>
                  <a:pt x="3489548" y="94567"/>
                  <a:pt x="3538885" y="158933"/>
                </a:cubicBezTo>
                <a:cubicBezTo>
                  <a:pt x="3545749" y="246258"/>
                  <a:pt x="3530491" y="287482"/>
                  <a:pt x="3538885" y="383703"/>
                </a:cubicBezTo>
                <a:cubicBezTo>
                  <a:pt x="3499376" y="428761"/>
                  <a:pt x="3419502" y="508044"/>
                  <a:pt x="3379952" y="542636"/>
                </a:cubicBezTo>
                <a:cubicBezTo>
                  <a:pt x="3222460" y="544197"/>
                  <a:pt x="2872105" y="542509"/>
                  <a:pt x="2703538" y="542636"/>
                </a:cubicBezTo>
                <a:cubicBezTo>
                  <a:pt x="2534971" y="542763"/>
                  <a:pt x="2384465" y="549379"/>
                  <a:pt x="2155965" y="542636"/>
                </a:cubicBezTo>
                <a:cubicBezTo>
                  <a:pt x="1927465" y="535893"/>
                  <a:pt x="1669427" y="535819"/>
                  <a:pt x="1447341" y="542636"/>
                </a:cubicBezTo>
                <a:cubicBezTo>
                  <a:pt x="1225255" y="549453"/>
                  <a:pt x="1093821" y="517308"/>
                  <a:pt x="867557" y="542636"/>
                </a:cubicBezTo>
                <a:cubicBezTo>
                  <a:pt x="641293" y="567964"/>
                  <a:pt x="337917" y="538408"/>
                  <a:pt x="158933" y="542636"/>
                </a:cubicBezTo>
                <a:cubicBezTo>
                  <a:pt x="79365" y="474519"/>
                  <a:pt x="30185" y="428109"/>
                  <a:pt x="0" y="383703"/>
                </a:cubicBezTo>
                <a:cubicBezTo>
                  <a:pt x="-5543" y="322698"/>
                  <a:pt x="-7713" y="218218"/>
                  <a:pt x="0" y="158933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3229672035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/>
              <a:t>PARÁ</a:t>
            </a:r>
          </a:p>
          <a:p>
            <a:pPr algn="ctr"/>
            <a:r>
              <a:rPr lang="pt-BR" b="1" dirty="0"/>
              <a:t>TAPAJÓS</a:t>
            </a:r>
          </a:p>
        </p:txBody>
      </p:sp>
      <p:sp>
        <p:nvSpPr>
          <p:cNvPr id="33" name="Octógono 32">
            <a:extLst>
              <a:ext uri="{FF2B5EF4-FFF2-40B4-BE49-F238E27FC236}">
                <a16:creationId xmlns:a16="http://schemas.microsoft.com/office/drawing/2014/main" id="{BE12C769-F134-741C-4975-F8C8908A62F0}"/>
              </a:ext>
            </a:extLst>
          </p:cNvPr>
          <p:cNvSpPr/>
          <p:nvPr/>
        </p:nvSpPr>
        <p:spPr>
          <a:xfrm>
            <a:off x="8382007" y="5165842"/>
            <a:ext cx="3152689" cy="576699"/>
          </a:xfrm>
          <a:custGeom>
            <a:avLst/>
            <a:gdLst>
              <a:gd name="csX0" fmla="*/ 0 w 3152689"/>
              <a:gd name="csY0" fmla="*/ 168909 h 576699"/>
              <a:gd name="csX1" fmla="*/ 168909 w 3152689"/>
              <a:gd name="csY1" fmla="*/ 0 h 576699"/>
              <a:gd name="csX2" fmla="*/ 647437 w 3152689"/>
              <a:gd name="csY2" fmla="*/ 0 h 576699"/>
              <a:gd name="csX3" fmla="*/ 1125965 w 3152689"/>
              <a:gd name="csY3" fmla="*/ 0 h 576699"/>
              <a:gd name="csX4" fmla="*/ 1632642 w 3152689"/>
              <a:gd name="csY4" fmla="*/ 0 h 576699"/>
              <a:gd name="csX5" fmla="*/ 2195616 w 3152689"/>
              <a:gd name="csY5" fmla="*/ 0 h 576699"/>
              <a:gd name="csX6" fmla="*/ 2983780 w 3152689"/>
              <a:gd name="csY6" fmla="*/ 0 h 576699"/>
              <a:gd name="csX7" fmla="*/ 3152689 w 3152689"/>
              <a:gd name="csY7" fmla="*/ 168909 h 576699"/>
              <a:gd name="csX8" fmla="*/ 3152689 w 3152689"/>
              <a:gd name="csY8" fmla="*/ 407790 h 576699"/>
              <a:gd name="csX9" fmla="*/ 2983780 w 3152689"/>
              <a:gd name="csY9" fmla="*/ 576699 h 576699"/>
              <a:gd name="csX10" fmla="*/ 2505252 w 3152689"/>
              <a:gd name="csY10" fmla="*/ 576699 h 576699"/>
              <a:gd name="csX11" fmla="*/ 1885980 w 3152689"/>
              <a:gd name="csY11" fmla="*/ 576699 h 576699"/>
              <a:gd name="csX12" fmla="*/ 1351155 w 3152689"/>
              <a:gd name="csY12" fmla="*/ 576699 h 576699"/>
              <a:gd name="csX13" fmla="*/ 788181 w 3152689"/>
              <a:gd name="csY13" fmla="*/ 576699 h 576699"/>
              <a:gd name="csX14" fmla="*/ 168909 w 3152689"/>
              <a:gd name="csY14" fmla="*/ 576699 h 576699"/>
              <a:gd name="csX15" fmla="*/ 0 w 3152689"/>
              <a:gd name="csY15" fmla="*/ 407790 h 576699"/>
              <a:gd name="csX16" fmla="*/ 0 w 3152689"/>
              <a:gd name="csY16" fmla="*/ 168909 h 5766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3152689" h="576699" fill="none" extrusionOk="0">
                <a:moveTo>
                  <a:pt x="0" y="168909"/>
                </a:moveTo>
                <a:cubicBezTo>
                  <a:pt x="41579" y="120698"/>
                  <a:pt x="132755" y="40354"/>
                  <a:pt x="168909" y="0"/>
                </a:cubicBezTo>
                <a:cubicBezTo>
                  <a:pt x="326764" y="-21620"/>
                  <a:pt x="416504" y="13796"/>
                  <a:pt x="647437" y="0"/>
                </a:cubicBezTo>
                <a:cubicBezTo>
                  <a:pt x="878370" y="-13796"/>
                  <a:pt x="962697" y="-13076"/>
                  <a:pt x="1125965" y="0"/>
                </a:cubicBezTo>
                <a:cubicBezTo>
                  <a:pt x="1289233" y="13076"/>
                  <a:pt x="1501229" y="2863"/>
                  <a:pt x="1632642" y="0"/>
                </a:cubicBezTo>
                <a:cubicBezTo>
                  <a:pt x="1764055" y="-2863"/>
                  <a:pt x="1960101" y="-15921"/>
                  <a:pt x="2195616" y="0"/>
                </a:cubicBezTo>
                <a:cubicBezTo>
                  <a:pt x="2431131" y="15921"/>
                  <a:pt x="2651168" y="-28039"/>
                  <a:pt x="2983780" y="0"/>
                </a:cubicBezTo>
                <a:cubicBezTo>
                  <a:pt x="3038404" y="39447"/>
                  <a:pt x="3084615" y="107340"/>
                  <a:pt x="3152689" y="168909"/>
                </a:cubicBezTo>
                <a:cubicBezTo>
                  <a:pt x="3147256" y="237413"/>
                  <a:pt x="3149238" y="306026"/>
                  <a:pt x="3152689" y="407790"/>
                </a:cubicBezTo>
                <a:cubicBezTo>
                  <a:pt x="3116097" y="453914"/>
                  <a:pt x="3034137" y="520237"/>
                  <a:pt x="2983780" y="576699"/>
                </a:cubicBezTo>
                <a:cubicBezTo>
                  <a:pt x="2799084" y="584732"/>
                  <a:pt x="2609904" y="587926"/>
                  <a:pt x="2505252" y="576699"/>
                </a:cubicBezTo>
                <a:cubicBezTo>
                  <a:pt x="2400600" y="565472"/>
                  <a:pt x="2060780" y="566836"/>
                  <a:pt x="1885980" y="576699"/>
                </a:cubicBezTo>
                <a:cubicBezTo>
                  <a:pt x="1711180" y="586562"/>
                  <a:pt x="1489431" y="551160"/>
                  <a:pt x="1351155" y="576699"/>
                </a:cubicBezTo>
                <a:cubicBezTo>
                  <a:pt x="1212879" y="602238"/>
                  <a:pt x="1033199" y="602516"/>
                  <a:pt x="788181" y="576699"/>
                </a:cubicBezTo>
                <a:cubicBezTo>
                  <a:pt x="543163" y="550882"/>
                  <a:pt x="425784" y="560223"/>
                  <a:pt x="168909" y="576699"/>
                </a:cubicBezTo>
                <a:cubicBezTo>
                  <a:pt x="104391" y="514023"/>
                  <a:pt x="52892" y="471652"/>
                  <a:pt x="0" y="407790"/>
                </a:cubicBezTo>
                <a:cubicBezTo>
                  <a:pt x="3538" y="307242"/>
                  <a:pt x="2181" y="255589"/>
                  <a:pt x="0" y="168909"/>
                </a:cubicBezTo>
                <a:close/>
              </a:path>
              <a:path w="3152689" h="576699" stroke="0" extrusionOk="0">
                <a:moveTo>
                  <a:pt x="0" y="168909"/>
                </a:moveTo>
                <a:cubicBezTo>
                  <a:pt x="32990" y="132221"/>
                  <a:pt x="112520" y="67046"/>
                  <a:pt x="168909" y="0"/>
                </a:cubicBezTo>
                <a:cubicBezTo>
                  <a:pt x="433888" y="-21741"/>
                  <a:pt x="532285" y="21415"/>
                  <a:pt x="703734" y="0"/>
                </a:cubicBezTo>
                <a:cubicBezTo>
                  <a:pt x="875184" y="-21415"/>
                  <a:pt x="1061196" y="2578"/>
                  <a:pt x="1210411" y="0"/>
                </a:cubicBezTo>
                <a:cubicBezTo>
                  <a:pt x="1359626" y="-2578"/>
                  <a:pt x="1545572" y="6344"/>
                  <a:pt x="1773385" y="0"/>
                </a:cubicBezTo>
                <a:cubicBezTo>
                  <a:pt x="2001198" y="-6344"/>
                  <a:pt x="2226112" y="18698"/>
                  <a:pt x="2364508" y="0"/>
                </a:cubicBezTo>
                <a:cubicBezTo>
                  <a:pt x="2502904" y="-18698"/>
                  <a:pt x="2725311" y="15429"/>
                  <a:pt x="2983780" y="0"/>
                </a:cubicBezTo>
                <a:cubicBezTo>
                  <a:pt x="3034030" y="59859"/>
                  <a:pt x="3084673" y="91972"/>
                  <a:pt x="3152689" y="168909"/>
                </a:cubicBezTo>
                <a:cubicBezTo>
                  <a:pt x="3155355" y="243065"/>
                  <a:pt x="3142538" y="332969"/>
                  <a:pt x="3152689" y="407790"/>
                </a:cubicBezTo>
                <a:cubicBezTo>
                  <a:pt x="3093583" y="469327"/>
                  <a:pt x="3049036" y="512296"/>
                  <a:pt x="2983780" y="576699"/>
                </a:cubicBezTo>
                <a:cubicBezTo>
                  <a:pt x="2705782" y="559084"/>
                  <a:pt x="2668571" y="586732"/>
                  <a:pt x="2420806" y="576699"/>
                </a:cubicBezTo>
                <a:cubicBezTo>
                  <a:pt x="2173041" y="566666"/>
                  <a:pt x="2165124" y="564309"/>
                  <a:pt x="1942278" y="576699"/>
                </a:cubicBezTo>
                <a:cubicBezTo>
                  <a:pt x="1719432" y="589089"/>
                  <a:pt x="1652779" y="555016"/>
                  <a:pt x="1379304" y="576699"/>
                </a:cubicBezTo>
                <a:cubicBezTo>
                  <a:pt x="1105829" y="598382"/>
                  <a:pt x="1098041" y="554490"/>
                  <a:pt x="872627" y="576699"/>
                </a:cubicBezTo>
                <a:cubicBezTo>
                  <a:pt x="647213" y="598908"/>
                  <a:pt x="322476" y="544885"/>
                  <a:pt x="168909" y="576699"/>
                </a:cubicBezTo>
                <a:cubicBezTo>
                  <a:pt x="101225" y="502344"/>
                  <a:pt x="61021" y="484532"/>
                  <a:pt x="0" y="407790"/>
                </a:cubicBezTo>
                <a:cubicBezTo>
                  <a:pt x="-126" y="299860"/>
                  <a:pt x="-9121" y="246821"/>
                  <a:pt x="0" y="168909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640499383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b="1" dirty="0"/>
              <a:t>AMAPÁ</a:t>
            </a:r>
          </a:p>
        </p:txBody>
      </p:sp>
      <p:sp>
        <p:nvSpPr>
          <p:cNvPr id="37" name="Octógono 36">
            <a:extLst>
              <a:ext uri="{FF2B5EF4-FFF2-40B4-BE49-F238E27FC236}">
                <a16:creationId xmlns:a16="http://schemas.microsoft.com/office/drawing/2014/main" id="{80CCB963-AD6C-3D32-3E38-4C3964139271}"/>
              </a:ext>
            </a:extLst>
          </p:cNvPr>
          <p:cNvSpPr/>
          <p:nvPr/>
        </p:nvSpPr>
        <p:spPr>
          <a:xfrm>
            <a:off x="755332" y="5975960"/>
            <a:ext cx="1437322" cy="406252"/>
          </a:xfrm>
          <a:custGeom>
            <a:avLst/>
            <a:gdLst>
              <a:gd name="csX0" fmla="*/ 0 w 1437322"/>
              <a:gd name="csY0" fmla="*/ 118987 h 406252"/>
              <a:gd name="csX1" fmla="*/ 118987 w 1437322"/>
              <a:gd name="csY1" fmla="*/ 0 h 406252"/>
              <a:gd name="csX2" fmla="*/ 718661 w 1437322"/>
              <a:gd name="csY2" fmla="*/ 0 h 406252"/>
              <a:gd name="csX3" fmla="*/ 1318335 w 1437322"/>
              <a:gd name="csY3" fmla="*/ 0 h 406252"/>
              <a:gd name="csX4" fmla="*/ 1437322 w 1437322"/>
              <a:gd name="csY4" fmla="*/ 118987 h 406252"/>
              <a:gd name="csX5" fmla="*/ 1437322 w 1437322"/>
              <a:gd name="csY5" fmla="*/ 287265 h 406252"/>
              <a:gd name="csX6" fmla="*/ 1318335 w 1437322"/>
              <a:gd name="csY6" fmla="*/ 406252 h 406252"/>
              <a:gd name="csX7" fmla="*/ 718661 w 1437322"/>
              <a:gd name="csY7" fmla="*/ 406252 h 406252"/>
              <a:gd name="csX8" fmla="*/ 118987 w 1437322"/>
              <a:gd name="csY8" fmla="*/ 406252 h 406252"/>
              <a:gd name="csX9" fmla="*/ 0 w 1437322"/>
              <a:gd name="csY9" fmla="*/ 287265 h 406252"/>
              <a:gd name="csX10" fmla="*/ 0 w 1437322"/>
              <a:gd name="csY10" fmla="*/ 118987 h 406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437322" h="406252" fill="none" extrusionOk="0">
                <a:moveTo>
                  <a:pt x="0" y="118987"/>
                </a:moveTo>
                <a:cubicBezTo>
                  <a:pt x="53484" y="61197"/>
                  <a:pt x="60230" y="56583"/>
                  <a:pt x="118987" y="0"/>
                </a:cubicBezTo>
                <a:cubicBezTo>
                  <a:pt x="372788" y="-10481"/>
                  <a:pt x="485646" y="-27695"/>
                  <a:pt x="718661" y="0"/>
                </a:cubicBezTo>
                <a:cubicBezTo>
                  <a:pt x="951676" y="27695"/>
                  <a:pt x="1121440" y="-3257"/>
                  <a:pt x="1318335" y="0"/>
                </a:cubicBezTo>
                <a:cubicBezTo>
                  <a:pt x="1351144" y="38758"/>
                  <a:pt x="1378963" y="71769"/>
                  <a:pt x="1437322" y="118987"/>
                </a:cubicBezTo>
                <a:cubicBezTo>
                  <a:pt x="1430431" y="174580"/>
                  <a:pt x="1442484" y="245260"/>
                  <a:pt x="1437322" y="287265"/>
                </a:cubicBezTo>
                <a:cubicBezTo>
                  <a:pt x="1373326" y="340843"/>
                  <a:pt x="1368572" y="354377"/>
                  <a:pt x="1318335" y="406252"/>
                </a:cubicBezTo>
                <a:cubicBezTo>
                  <a:pt x="1097993" y="382132"/>
                  <a:pt x="973686" y="389971"/>
                  <a:pt x="718661" y="406252"/>
                </a:cubicBezTo>
                <a:cubicBezTo>
                  <a:pt x="463636" y="422533"/>
                  <a:pt x="284389" y="385163"/>
                  <a:pt x="118987" y="406252"/>
                </a:cubicBezTo>
                <a:cubicBezTo>
                  <a:pt x="66304" y="359875"/>
                  <a:pt x="42667" y="321133"/>
                  <a:pt x="0" y="287265"/>
                </a:cubicBezTo>
                <a:cubicBezTo>
                  <a:pt x="-2928" y="222671"/>
                  <a:pt x="-6998" y="188769"/>
                  <a:pt x="0" y="118987"/>
                </a:cubicBezTo>
                <a:close/>
              </a:path>
              <a:path w="1437322" h="406252" stroke="0" extrusionOk="0">
                <a:moveTo>
                  <a:pt x="0" y="118987"/>
                </a:moveTo>
                <a:cubicBezTo>
                  <a:pt x="23465" y="84144"/>
                  <a:pt x="58750" y="49690"/>
                  <a:pt x="118987" y="0"/>
                </a:cubicBezTo>
                <a:cubicBezTo>
                  <a:pt x="387736" y="207"/>
                  <a:pt x="559574" y="2243"/>
                  <a:pt x="706668" y="0"/>
                </a:cubicBezTo>
                <a:cubicBezTo>
                  <a:pt x="853762" y="-2243"/>
                  <a:pt x="1094299" y="-7989"/>
                  <a:pt x="1318335" y="0"/>
                </a:cubicBezTo>
                <a:cubicBezTo>
                  <a:pt x="1345661" y="30366"/>
                  <a:pt x="1395204" y="83278"/>
                  <a:pt x="1437322" y="118987"/>
                </a:cubicBezTo>
                <a:cubicBezTo>
                  <a:pt x="1444978" y="176716"/>
                  <a:pt x="1433845" y="207268"/>
                  <a:pt x="1437322" y="287265"/>
                </a:cubicBezTo>
                <a:cubicBezTo>
                  <a:pt x="1394799" y="329205"/>
                  <a:pt x="1362606" y="364738"/>
                  <a:pt x="1318335" y="406252"/>
                </a:cubicBezTo>
                <a:cubicBezTo>
                  <a:pt x="1132547" y="379585"/>
                  <a:pt x="959936" y="399392"/>
                  <a:pt x="694674" y="406252"/>
                </a:cubicBezTo>
                <a:cubicBezTo>
                  <a:pt x="429412" y="413112"/>
                  <a:pt x="319525" y="391284"/>
                  <a:pt x="118987" y="406252"/>
                </a:cubicBezTo>
                <a:cubicBezTo>
                  <a:pt x="83872" y="381363"/>
                  <a:pt x="44706" y="328509"/>
                  <a:pt x="0" y="287265"/>
                </a:cubicBezTo>
                <a:cubicBezTo>
                  <a:pt x="-4304" y="212357"/>
                  <a:pt x="-4547" y="152979"/>
                  <a:pt x="0" y="118987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728461708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 err="1"/>
              <a:t>FVPP</a:t>
            </a:r>
            <a:endParaRPr lang="pt-BR" dirty="0"/>
          </a:p>
        </p:txBody>
      </p:sp>
      <p:sp>
        <p:nvSpPr>
          <p:cNvPr id="39" name="Octógono 38">
            <a:extLst>
              <a:ext uri="{FF2B5EF4-FFF2-40B4-BE49-F238E27FC236}">
                <a16:creationId xmlns:a16="http://schemas.microsoft.com/office/drawing/2014/main" id="{158EC61D-2A7F-A96C-BA95-1A6B88374944}"/>
              </a:ext>
            </a:extLst>
          </p:cNvPr>
          <p:cNvSpPr/>
          <p:nvPr/>
        </p:nvSpPr>
        <p:spPr>
          <a:xfrm>
            <a:off x="2333624" y="5973267"/>
            <a:ext cx="1296351" cy="406252"/>
          </a:xfrm>
          <a:custGeom>
            <a:avLst/>
            <a:gdLst>
              <a:gd name="csX0" fmla="*/ 0 w 1296351"/>
              <a:gd name="csY0" fmla="*/ 118987 h 406252"/>
              <a:gd name="csX1" fmla="*/ 118987 w 1296351"/>
              <a:gd name="csY1" fmla="*/ 0 h 406252"/>
              <a:gd name="csX2" fmla="*/ 669343 w 1296351"/>
              <a:gd name="csY2" fmla="*/ 0 h 406252"/>
              <a:gd name="csX3" fmla="*/ 1177364 w 1296351"/>
              <a:gd name="csY3" fmla="*/ 0 h 406252"/>
              <a:gd name="csX4" fmla="*/ 1296351 w 1296351"/>
              <a:gd name="csY4" fmla="*/ 118987 h 406252"/>
              <a:gd name="csX5" fmla="*/ 1296351 w 1296351"/>
              <a:gd name="csY5" fmla="*/ 287265 h 406252"/>
              <a:gd name="csX6" fmla="*/ 1177364 w 1296351"/>
              <a:gd name="csY6" fmla="*/ 406252 h 406252"/>
              <a:gd name="csX7" fmla="*/ 627008 w 1296351"/>
              <a:gd name="csY7" fmla="*/ 406252 h 406252"/>
              <a:gd name="csX8" fmla="*/ 118987 w 1296351"/>
              <a:gd name="csY8" fmla="*/ 406252 h 406252"/>
              <a:gd name="csX9" fmla="*/ 0 w 1296351"/>
              <a:gd name="csY9" fmla="*/ 287265 h 406252"/>
              <a:gd name="csX10" fmla="*/ 0 w 1296351"/>
              <a:gd name="csY10" fmla="*/ 118987 h 406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96351" h="406252" fill="none" extrusionOk="0">
                <a:moveTo>
                  <a:pt x="0" y="118987"/>
                </a:moveTo>
                <a:cubicBezTo>
                  <a:pt x="57535" y="60228"/>
                  <a:pt x="58023" y="52705"/>
                  <a:pt x="118987" y="0"/>
                </a:cubicBezTo>
                <a:cubicBezTo>
                  <a:pt x="384966" y="15894"/>
                  <a:pt x="449281" y="-23450"/>
                  <a:pt x="669343" y="0"/>
                </a:cubicBezTo>
                <a:cubicBezTo>
                  <a:pt x="889405" y="23450"/>
                  <a:pt x="1011304" y="4027"/>
                  <a:pt x="1177364" y="0"/>
                </a:cubicBezTo>
                <a:cubicBezTo>
                  <a:pt x="1226700" y="50371"/>
                  <a:pt x="1257149" y="88679"/>
                  <a:pt x="1296351" y="118987"/>
                </a:cubicBezTo>
                <a:cubicBezTo>
                  <a:pt x="1294912" y="194882"/>
                  <a:pt x="1300885" y="207898"/>
                  <a:pt x="1296351" y="287265"/>
                </a:cubicBezTo>
                <a:cubicBezTo>
                  <a:pt x="1253898" y="332231"/>
                  <a:pt x="1198495" y="376774"/>
                  <a:pt x="1177364" y="406252"/>
                </a:cubicBezTo>
                <a:cubicBezTo>
                  <a:pt x="1007667" y="397556"/>
                  <a:pt x="819898" y="421064"/>
                  <a:pt x="627008" y="406252"/>
                </a:cubicBezTo>
                <a:cubicBezTo>
                  <a:pt x="434118" y="391440"/>
                  <a:pt x="311488" y="427596"/>
                  <a:pt x="118987" y="406252"/>
                </a:cubicBezTo>
                <a:cubicBezTo>
                  <a:pt x="59316" y="353338"/>
                  <a:pt x="54845" y="333964"/>
                  <a:pt x="0" y="287265"/>
                </a:cubicBezTo>
                <a:cubicBezTo>
                  <a:pt x="-5396" y="209336"/>
                  <a:pt x="1411" y="164463"/>
                  <a:pt x="0" y="118987"/>
                </a:cubicBezTo>
                <a:close/>
              </a:path>
              <a:path w="1296351" h="406252" stroke="0" extrusionOk="0">
                <a:moveTo>
                  <a:pt x="0" y="118987"/>
                </a:moveTo>
                <a:cubicBezTo>
                  <a:pt x="63575" y="64267"/>
                  <a:pt x="71685" y="55156"/>
                  <a:pt x="118987" y="0"/>
                </a:cubicBezTo>
                <a:cubicBezTo>
                  <a:pt x="256529" y="-10010"/>
                  <a:pt x="451069" y="502"/>
                  <a:pt x="616424" y="0"/>
                </a:cubicBezTo>
                <a:cubicBezTo>
                  <a:pt x="781779" y="-502"/>
                  <a:pt x="968808" y="27481"/>
                  <a:pt x="1177364" y="0"/>
                </a:cubicBezTo>
                <a:cubicBezTo>
                  <a:pt x="1224497" y="56973"/>
                  <a:pt x="1255166" y="84873"/>
                  <a:pt x="1296351" y="118987"/>
                </a:cubicBezTo>
                <a:cubicBezTo>
                  <a:pt x="1302196" y="191129"/>
                  <a:pt x="1302620" y="241202"/>
                  <a:pt x="1296351" y="287265"/>
                </a:cubicBezTo>
                <a:cubicBezTo>
                  <a:pt x="1244714" y="345296"/>
                  <a:pt x="1223418" y="367786"/>
                  <a:pt x="1177364" y="406252"/>
                </a:cubicBezTo>
                <a:cubicBezTo>
                  <a:pt x="1077563" y="398190"/>
                  <a:pt x="874285" y="405908"/>
                  <a:pt x="679927" y="406252"/>
                </a:cubicBezTo>
                <a:cubicBezTo>
                  <a:pt x="485569" y="406596"/>
                  <a:pt x="278262" y="431931"/>
                  <a:pt x="118987" y="406252"/>
                </a:cubicBezTo>
                <a:cubicBezTo>
                  <a:pt x="84326" y="367140"/>
                  <a:pt x="58764" y="342875"/>
                  <a:pt x="0" y="287265"/>
                </a:cubicBezTo>
                <a:cubicBezTo>
                  <a:pt x="-3142" y="249015"/>
                  <a:pt x="-421" y="152906"/>
                  <a:pt x="0" y="118987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889845546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 err="1"/>
              <a:t>ATASB</a:t>
            </a:r>
            <a:endParaRPr lang="pt-BR" dirty="0"/>
          </a:p>
        </p:txBody>
      </p:sp>
      <p:sp>
        <p:nvSpPr>
          <p:cNvPr id="40" name="Octógono 39">
            <a:extLst>
              <a:ext uri="{FF2B5EF4-FFF2-40B4-BE49-F238E27FC236}">
                <a16:creationId xmlns:a16="http://schemas.microsoft.com/office/drawing/2014/main" id="{3B6D3576-8534-7B2C-0C7A-FEBA8ADEF1F5}"/>
              </a:ext>
            </a:extLst>
          </p:cNvPr>
          <p:cNvSpPr/>
          <p:nvPr/>
        </p:nvSpPr>
        <p:spPr>
          <a:xfrm>
            <a:off x="4156121" y="5974424"/>
            <a:ext cx="1261697" cy="406800"/>
          </a:xfrm>
          <a:custGeom>
            <a:avLst/>
            <a:gdLst>
              <a:gd name="csX0" fmla="*/ 0 w 1261697"/>
              <a:gd name="csY0" fmla="*/ 119148 h 406800"/>
              <a:gd name="csX1" fmla="*/ 119148 w 1261697"/>
              <a:gd name="csY1" fmla="*/ 0 h 406800"/>
              <a:gd name="csX2" fmla="*/ 610380 w 1261697"/>
              <a:gd name="csY2" fmla="*/ 0 h 406800"/>
              <a:gd name="csX3" fmla="*/ 1142549 w 1261697"/>
              <a:gd name="csY3" fmla="*/ 0 h 406800"/>
              <a:gd name="csX4" fmla="*/ 1261697 w 1261697"/>
              <a:gd name="csY4" fmla="*/ 119148 h 406800"/>
              <a:gd name="csX5" fmla="*/ 1261697 w 1261697"/>
              <a:gd name="csY5" fmla="*/ 287652 h 406800"/>
              <a:gd name="csX6" fmla="*/ 1142549 w 1261697"/>
              <a:gd name="csY6" fmla="*/ 406800 h 406800"/>
              <a:gd name="csX7" fmla="*/ 630849 w 1261697"/>
              <a:gd name="csY7" fmla="*/ 406800 h 406800"/>
              <a:gd name="csX8" fmla="*/ 119148 w 1261697"/>
              <a:gd name="csY8" fmla="*/ 406800 h 406800"/>
              <a:gd name="csX9" fmla="*/ 0 w 1261697"/>
              <a:gd name="csY9" fmla="*/ 287652 h 406800"/>
              <a:gd name="csX10" fmla="*/ 0 w 1261697"/>
              <a:gd name="csY10" fmla="*/ 119148 h 40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261697" h="406800" fill="none" extrusionOk="0">
                <a:moveTo>
                  <a:pt x="0" y="119148"/>
                </a:moveTo>
                <a:cubicBezTo>
                  <a:pt x="56761" y="67737"/>
                  <a:pt x="65582" y="41968"/>
                  <a:pt x="119148" y="0"/>
                </a:cubicBezTo>
                <a:cubicBezTo>
                  <a:pt x="275602" y="23670"/>
                  <a:pt x="444958" y="-4484"/>
                  <a:pt x="610380" y="0"/>
                </a:cubicBezTo>
                <a:cubicBezTo>
                  <a:pt x="775802" y="4484"/>
                  <a:pt x="917669" y="-12916"/>
                  <a:pt x="1142549" y="0"/>
                </a:cubicBezTo>
                <a:cubicBezTo>
                  <a:pt x="1203461" y="51438"/>
                  <a:pt x="1227734" y="95432"/>
                  <a:pt x="1261697" y="119148"/>
                </a:cubicBezTo>
                <a:cubicBezTo>
                  <a:pt x="1260668" y="175198"/>
                  <a:pt x="1266037" y="253649"/>
                  <a:pt x="1261697" y="287652"/>
                </a:cubicBezTo>
                <a:cubicBezTo>
                  <a:pt x="1205088" y="334816"/>
                  <a:pt x="1192911" y="358290"/>
                  <a:pt x="1142549" y="406800"/>
                </a:cubicBezTo>
                <a:cubicBezTo>
                  <a:pt x="975724" y="415754"/>
                  <a:pt x="868313" y="420760"/>
                  <a:pt x="630849" y="406800"/>
                </a:cubicBezTo>
                <a:cubicBezTo>
                  <a:pt x="393385" y="392840"/>
                  <a:pt x="238590" y="426299"/>
                  <a:pt x="119148" y="406800"/>
                </a:cubicBezTo>
                <a:cubicBezTo>
                  <a:pt x="66678" y="365263"/>
                  <a:pt x="49503" y="347495"/>
                  <a:pt x="0" y="287652"/>
                </a:cubicBezTo>
                <a:cubicBezTo>
                  <a:pt x="678" y="213167"/>
                  <a:pt x="-4636" y="199347"/>
                  <a:pt x="0" y="119148"/>
                </a:cubicBezTo>
                <a:close/>
              </a:path>
              <a:path w="1261697" h="406800" stroke="0" extrusionOk="0">
                <a:moveTo>
                  <a:pt x="0" y="119148"/>
                </a:moveTo>
                <a:cubicBezTo>
                  <a:pt x="30099" y="100533"/>
                  <a:pt x="85304" y="32590"/>
                  <a:pt x="119148" y="0"/>
                </a:cubicBezTo>
                <a:cubicBezTo>
                  <a:pt x="324547" y="-5010"/>
                  <a:pt x="445170" y="2361"/>
                  <a:pt x="610380" y="0"/>
                </a:cubicBezTo>
                <a:cubicBezTo>
                  <a:pt x="775590" y="-2361"/>
                  <a:pt x="1023251" y="6723"/>
                  <a:pt x="1142549" y="0"/>
                </a:cubicBezTo>
                <a:cubicBezTo>
                  <a:pt x="1183464" y="45690"/>
                  <a:pt x="1203119" y="66466"/>
                  <a:pt x="1261697" y="119148"/>
                </a:cubicBezTo>
                <a:cubicBezTo>
                  <a:pt x="1266750" y="167692"/>
                  <a:pt x="1253518" y="231944"/>
                  <a:pt x="1261697" y="287652"/>
                </a:cubicBezTo>
                <a:cubicBezTo>
                  <a:pt x="1211458" y="326906"/>
                  <a:pt x="1179364" y="368805"/>
                  <a:pt x="1142549" y="406800"/>
                </a:cubicBezTo>
                <a:cubicBezTo>
                  <a:pt x="895012" y="426921"/>
                  <a:pt x="750187" y="384736"/>
                  <a:pt x="610380" y="406800"/>
                </a:cubicBezTo>
                <a:cubicBezTo>
                  <a:pt x="470573" y="428864"/>
                  <a:pt x="240966" y="414902"/>
                  <a:pt x="119148" y="406800"/>
                </a:cubicBezTo>
                <a:cubicBezTo>
                  <a:pt x="78664" y="356264"/>
                  <a:pt x="39695" y="332473"/>
                  <a:pt x="0" y="287652"/>
                </a:cubicBezTo>
                <a:cubicBezTo>
                  <a:pt x="-3971" y="230682"/>
                  <a:pt x="7418" y="163494"/>
                  <a:pt x="0" y="11914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600866528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/>
              <a:t>FAMCEEF</a:t>
            </a:r>
          </a:p>
        </p:txBody>
      </p:sp>
      <p:sp>
        <p:nvSpPr>
          <p:cNvPr id="41" name="Octógono 40">
            <a:extLst>
              <a:ext uri="{FF2B5EF4-FFF2-40B4-BE49-F238E27FC236}">
                <a16:creationId xmlns:a16="http://schemas.microsoft.com/office/drawing/2014/main" id="{2955609F-6A07-0BC9-F28E-2CCB138C6F1D}"/>
              </a:ext>
            </a:extLst>
          </p:cNvPr>
          <p:cNvSpPr/>
          <p:nvPr/>
        </p:nvSpPr>
        <p:spPr>
          <a:xfrm>
            <a:off x="5607292" y="5972069"/>
            <a:ext cx="865231" cy="406252"/>
          </a:xfrm>
          <a:custGeom>
            <a:avLst/>
            <a:gdLst>
              <a:gd name="csX0" fmla="*/ 0 w 865231"/>
              <a:gd name="csY0" fmla="*/ 118987 h 406252"/>
              <a:gd name="csX1" fmla="*/ 118987 w 865231"/>
              <a:gd name="csY1" fmla="*/ 0 h 406252"/>
              <a:gd name="csX2" fmla="*/ 746244 w 865231"/>
              <a:gd name="csY2" fmla="*/ 0 h 406252"/>
              <a:gd name="csX3" fmla="*/ 865231 w 865231"/>
              <a:gd name="csY3" fmla="*/ 118987 h 406252"/>
              <a:gd name="csX4" fmla="*/ 865231 w 865231"/>
              <a:gd name="csY4" fmla="*/ 287265 h 406252"/>
              <a:gd name="csX5" fmla="*/ 746244 w 865231"/>
              <a:gd name="csY5" fmla="*/ 406252 h 406252"/>
              <a:gd name="csX6" fmla="*/ 118987 w 865231"/>
              <a:gd name="csY6" fmla="*/ 406252 h 406252"/>
              <a:gd name="csX7" fmla="*/ 0 w 865231"/>
              <a:gd name="csY7" fmla="*/ 287265 h 406252"/>
              <a:gd name="csX8" fmla="*/ 0 w 865231"/>
              <a:gd name="csY8" fmla="*/ 118987 h 40625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</a:cxnLst>
            <a:rect l="l" t="t" r="r" b="b"/>
            <a:pathLst>
              <a:path w="865231" h="406252" fill="none" extrusionOk="0">
                <a:moveTo>
                  <a:pt x="0" y="118987"/>
                </a:moveTo>
                <a:cubicBezTo>
                  <a:pt x="43308" y="80490"/>
                  <a:pt x="84847" y="26798"/>
                  <a:pt x="118987" y="0"/>
                </a:cubicBezTo>
                <a:cubicBezTo>
                  <a:pt x="305373" y="7634"/>
                  <a:pt x="586047" y="-4078"/>
                  <a:pt x="746244" y="0"/>
                </a:cubicBezTo>
                <a:cubicBezTo>
                  <a:pt x="778101" y="23552"/>
                  <a:pt x="839211" y="95947"/>
                  <a:pt x="865231" y="118987"/>
                </a:cubicBezTo>
                <a:cubicBezTo>
                  <a:pt x="863609" y="168337"/>
                  <a:pt x="859383" y="216240"/>
                  <a:pt x="865231" y="287265"/>
                </a:cubicBezTo>
                <a:cubicBezTo>
                  <a:pt x="806063" y="341776"/>
                  <a:pt x="794899" y="367011"/>
                  <a:pt x="746244" y="406252"/>
                </a:cubicBezTo>
                <a:cubicBezTo>
                  <a:pt x="531039" y="397410"/>
                  <a:pt x="404774" y="419174"/>
                  <a:pt x="118987" y="406252"/>
                </a:cubicBezTo>
                <a:cubicBezTo>
                  <a:pt x="57122" y="352229"/>
                  <a:pt x="25885" y="313455"/>
                  <a:pt x="0" y="287265"/>
                </a:cubicBezTo>
                <a:cubicBezTo>
                  <a:pt x="1330" y="209902"/>
                  <a:pt x="-1932" y="176841"/>
                  <a:pt x="0" y="118987"/>
                </a:cubicBezTo>
                <a:close/>
              </a:path>
              <a:path w="865231" h="406252" stroke="0" extrusionOk="0">
                <a:moveTo>
                  <a:pt x="0" y="118987"/>
                </a:moveTo>
                <a:cubicBezTo>
                  <a:pt x="43230" y="67167"/>
                  <a:pt x="69336" y="61169"/>
                  <a:pt x="118987" y="0"/>
                </a:cubicBezTo>
                <a:cubicBezTo>
                  <a:pt x="300519" y="25579"/>
                  <a:pt x="559193" y="-1371"/>
                  <a:pt x="746244" y="0"/>
                </a:cubicBezTo>
                <a:cubicBezTo>
                  <a:pt x="779967" y="35961"/>
                  <a:pt x="819278" y="67087"/>
                  <a:pt x="865231" y="118987"/>
                </a:cubicBezTo>
                <a:cubicBezTo>
                  <a:pt x="866541" y="170273"/>
                  <a:pt x="859859" y="225175"/>
                  <a:pt x="865231" y="287265"/>
                </a:cubicBezTo>
                <a:cubicBezTo>
                  <a:pt x="833543" y="329708"/>
                  <a:pt x="785318" y="362123"/>
                  <a:pt x="746244" y="406252"/>
                </a:cubicBezTo>
                <a:cubicBezTo>
                  <a:pt x="534618" y="437390"/>
                  <a:pt x="356414" y="399495"/>
                  <a:pt x="118987" y="406252"/>
                </a:cubicBezTo>
                <a:cubicBezTo>
                  <a:pt x="76129" y="360991"/>
                  <a:pt x="27048" y="319038"/>
                  <a:pt x="0" y="287265"/>
                </a:cubicBezTo>
                <a:cubicBezTo>
                  <a:pt x="7767" y="220550"/>
                  <a:pt x="-6227" y="199300"/>
                  <a:pt x="0" y="118987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4289404839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/>
              <a:t>FOQS</a:t>
            </a:r>
          </a:p>
        </p:txBody>
      </p:sp>
      <p:sp>
        <p:nvSpPr>
          <p:cNvPr id="42" name="Octógono 41">
            <a:extLst>
              <a:ext uri="{FF2B5EF4-FFF2-40B4-BE49-F238E27FC236}">
                <a16:creationId xmlns:a16="http://schemas.microsoft.com/office/drawing/2014/main" id="{90C95F7C-8891-3649-A48A-1019EE24019E}"/>
              </a:ext>
            </a:extLst>
          </p:cNvPr>
          <p:cNvSpPr/>
          <p:nvPr/>
        </p:nvSpPr>
        <p:spPr>
          <a:xfrm>
            <a:off x="6649764" y="5972324"/>
            <a:ext cx="1068493" cy="406800"/>
          </a:xfrm>
          <a:custGeom>
            <a:avLst/>
            <a:gdLst>
              <a:gd name="csX0" fmla="*/ 0 w 1068493"/>
              <a:gd name="csY0" fmla="*/ 119148 h 406800"/>
              <a:gd name="csX1" fmla="*/ 119148 w 1068493"/>
              <a:gd name="csY1" fmla="*/ 0 h 406800"/>
              <a:gd name="csX2" fmla="*/ 550850 w 1068493"/>
              <a:gd name="csY2" fmla="*/ 0 h 406800"/>
              <a:gd name="csX3" fmla="*/ 949345 w 1068493"/>
              <a:gd name="csY3" fmla="*/ 0 h 406800"/>
              <a:gd name="csX4" fmla="*/ 1068493 w 1068493"/>
              <a:gd name="csY4" fmla="*/ 119148 h 406800"/>
              <a:gd name="csX5" fmla="*/ 1068493 w 1068493"/>
              <a:gd name="csY5" fmla="*/ 287652 h 406800"/>
              <a:gd name="csX6" fmla="*/ 949345 w 1068493"/>
              <a:gd name="csY6" fmla="*/ 406800 h 406800"/>
              <a:gd name="csX7" fmla="*/ 550850 w 1068493"/>
              <a:gd name="csY7" fmla="*/ 406800 h 406800"/>
              <a:gd name="csX8" fmla="*/ 119148 w 1068493"/>
              <a:gd name="csY8" fmla="*/ 406800 h 406800"/>
              <a:gd name="csX9" fmla="*/ 0 w 1068493"/>
              <a:gd name="csY9" fmla="*/ 287652 h 406800"/>
              <a:gd name="csX10" fmla="*/ 0 w 1068493"/>
              <a:gd name="csY10" fmla="*/ 119148 h 40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68493" h="406800" fill="none" extrusionOk="0">
                <a:moveTo>
                  <a:pt x="0" y="119148"/>
                </a:moveTo>
                <a:cubicBezTo>
                  <a:pt x="50055" y="79811"/>
                  <a:pt x="78794" y="31992"/>
                  <a:pt x="119148" y="0"/>
                </a:cubicBezTo>
                <a:cubicBezTo>
                  <a:pt x="251224" y="19501"/>
                  <a:pt x="448710" y="15249"/>
                  <a:pt x="550850" y="0"/>
                </a:cubicBezTo>
                <a:cubicBezTo>
                  <a:pt x="652990" y="-15249"/>
                  <a:pt x="760037" y="5319"/>
                  <a:pt x="949345" y="0"/>
                </a:cubicBezTo>
                <a:cubicBezTo>
                  <a:pt x="985966" y="30609"/>
                  <a:pt x="1031433" y="74815"/>
                  <a:pt x="1068493" y="119148"/>
                </a:cubicBezTo>
                <a:cubicBezTo>
                  <a:pt x="1070922" y="190538"/>
                  <a:pt x="1066076" y="235540"/>
                  <a:pt x="1068493" y="287652"/>
                </a:cubicBezTo>
                <a:cubicBezTo>
                  <a:pt x="1023833" y="340916"/>
                  <a:pt x="993202" y="370619"/>
                  <a:pt x="949345" y="406800"/>
                </a:cubicBezTo>
                <a:cubicBezTo>
                  <a:pt x="857020" y="409188"/>
                  <a:pt x="657082" y="411444"/>
                  <a:pt x="550850" y="406800"/>
                </a:cubicBezTo>
                <a:cubicBezTo>
                  <a:pt x="444619" y="402156"/>
                  <a:pt x="245725" y="403964"/>
                  <a:pt x="119148" y="406800"/>
                </a:cubicBezTo>
                <a:cubicBezTo>
                  <a:pt x="60071" y="358948"/>
                  <a:pt x="29046" y="324902"/>
                  <a:pt x="0" y="287652"/>
                </a:cubicBezTo>
                <a:cubicBezTo>
                  <a:pt x="-6181" y="213182"/>
                  <a:pt x="-6158" y="161496"/>
                  <a:pt x="0" y="119148"/>
                </a:cubicBezTo>
                <a:close/>
              </a:path>
              <a:path w="1068493" h="406800" stroke="0" extrusionOk="0">
                <a:moveTo>
                  <a:pt x="0" y="119148"/>
                </a:moveTo>
                <a:cubicBezTo>
                  <a:pt x="27216" y="92573"/>
                  <a:pt x="96896" y="27969"/>
                  <a:pt x="119148" y="0"/>
                </a:cubicBezTo>
                <a:cubicBezTo>
                  <a:pt x="316620" y="-9472"/>
                  <a:pt x="343881" y="11084"/>
                  <a:pt x="550850" y="0"/>
                </a:cubicBezTo>
                <a:cubicBezTo>
                  <a:pt x="757819" y="-11084"/>
                  <a:pt x="792880" y="-3302"/>
                  <a:pt x="949345" y="0"/>
                </a:cubicBezTo>
                <a:cubicBezTo>
                  <a:pt x="973392" y="30993"/>
                  <a:pt x="1015860" y="75172"/>
                  <a:pt x="1068493" y="119148"/>
                </a:cubicBezTo>
                <a:cubicBezTo>
                  <a:pt x="1061114" y="177470"/>
                  <a:pt x="1073662" y="226517"/>
                  <a:pt x="1068493" y="287652"/>
                </a:cubicBezTo>
                <a:cubicBezTo>
                  <a:pt x="1044675" y="322583"/>
                  <a:pt x="984808" y="368819"/>
                  <a:pt x="949345" y="406800"/>
                </a:cubicBezTo>
                <a:cubicBezTo>
                  <a:pt x="781898" y="399027"/>
                  <a:pt x="725019" y="412966"/>
                  <a:pt x="525945" y="406800"/>
                </a:cubicBezTo>
                <a:cubicBezTo>
                  <a:pt x="326871" y="400634"/>
                  <a:pt x="322379" y="408489"/>
                  <a:pt x="119148" y="406800"/>
                </a:cubicBezTo>
                <a:cubicBezTo>
                  <a:pt x="94998" y="380666"/>
                  <a:pt x="54324" y="342678"/>
                  <a:pt x="0" y="287652"/>
                </a:cubicBezTo>
                <a:cubicBezTo>
                  <a:pt x="2853" y="244978"/>
                  <a:pt x="4785" y="197630"/>
                  <a:pt x="0" y="11914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557818044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/>
              <a:t>ASAFAB</a:t>
            </a:r>
          </a:p>
        </p:txBody>
      </p:sp>
      <p:sp>
        <p:nvSpPr>
          <p:cNvPr id="43" name="Octógono 42">
            <a:extLst>
              <a:ext uri="{FF2B5EF4-FFF2-40B4-BE49-F238E27FC236}">
                <a16:creationId xmlns:a16="http://schemas.microsoft.com/office/drawing/2014/main" id="{04B0B7B9-E975-EBDA-DBC5-50B5CD43D24A}"/>
              </a:ext>
            </a:extLst>
          </p:cNvPr>
          <p:cNvSpPr/>
          <p:nvPr/>
        </p:nvSpPr>
        <p:spPr>
          <a:xfrm>
            <a:off x="9476304" y="5967747"/>
            <a:ext cx="967072" cy="406800"/>
          </a:xfrm>
          <a:custGeom>
            <a:avLst/>
            <a:gdLst>
              <a:gd name="csX0" fmla="*/ 0 w 967072"/>
              <a:gd name="csY0" fmla="*/ 119148 h 406800"/>
              <a:gd name="csX1" fmla="*/ 119148 w 967072"/>
              <a:gd name="csY1" fmla="*/ 0 h 406800"/>
              <a:gd name="csX2" fmla="*/ 483536 w 967072"/>
              <a:gd name="csY2" fmla="*/ 0 h 406800"/>
              <a:gd name="csX3" fmla="*/ 847924 w 967072"/>
              <a:gd name="csY3" fmla="*/ 0 h 406800"/>
              <a:gd name="csX4" fmla="*/ 967072 w 967072"/>
              <a:gd name="csY4" fmla="*/ 119148 h 406800"/>
              <a:gd name="csX5" fmla="*/ 967072 w 967072"/>
              <a:gd name="csY5" fmla="*/ 287652 h 406800"/>
              <a:gd name="csX6" fmla="*/ 847924 w 967072"/>
              <a:gd name="csY6" fmla="*/ 406800 h 406800"/>
              <a:gd name="csX7" fmla="*/ 476248 w 967072"/>
              <a:gd name="csY7" fmla="*/ 406800 h 406800"/>
              <a:gd name="csX8" fmla="*/ 119148 w 967072"/>
              <a:gd name="csY8" fmla="*/ 406800 h 406800"/>
              <a:gd name="csX9" fmla="*/ 0 w 967072"/>
              <a:gd name="csY9" fmla="*/ 287652 h 406800"/>
              <a:gd name="csX10" fmla="*/ 0 w 967072"/>
              <a:gd name="csY10" fmla="*/ 119148 h 40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67072" h="406800" fill="none" extrusionOk="0">
                <a:moveTo>
                  <a:pt x="0" y="119148"/>
                </a:moveTo>
                <a:cubicBezTo>
                  <a:pt x="57932" y="65685"/>
                  <a:pt x="73812" y="44775"/>
                  <a:pt x="119148" y="0"/>
                </a:cubicBezTo>
                <a:cubicBezTo>
                  <a:pt x="233746" y="-3381"/>
                  <a:pt x="306576" y="-8647"/>
                  <a:pt x="483536" y="0"/>
                </a:cubicBezTo>
                <a:cubicBezTo>
                  <a:pt x="660496" y="8647"/>
                  <a:pt x="745627" y="13066"/>
                  <a:pt x="847924" y="0"/>
                </a:cubicBezTo>
                <a:cubicBezTo>
                  <a:pt x="883678" y="32024"/>
                  <a:pt x="945225" y="86369"/>
                  <a:pt x="967072" y="119148"/>
                </a:cubicBezTo>
                <a:cubicBezTo>
                  <a:pt x="973600" y="185337"/>
                  <a:pt x="964200" y="204021"/>
                  <a:pt x="967072" y="287652"/>
                </a:cubicBezTo>
                <a:cubicBezTo>
                  <a:pt x="924675" y="332087"/>
                  <a:pt x="892464" y="367181"/>
                  <a:pt x="847924" y="406800"/>
                </a:cubicBezTo>
                <a:cubicBezTo>
                  <a:pt x="738387" y="406275"/>
                  <a:pt x="560873" y="421878"/>
                  <a:pt x="476248" y="406800"/>
                </a:cubicBezTo>
                <a:cubicBezTo>
                  <a:pt x="391623" y="391722"/>
                  <a:pt x="191524" y="410767"/>
                  <a:pt x="119148" y="406800"/>
                </a:cubicBezTo>
                <a:cubicBezTo>
                  <a:pt x="85803" y="362952"/>
                  <a:pt x="48912" y="333588"/>
                  <a:pt x="0" y="287652"/>
                </a:cubicBezTo>
                <a:cubicBezTo>
                  <a:pt x="-2062" y="224247"/>
                  <a:pt x="-2025" y="181544"/>
                  <a:pt x="0" y="119148"/>
                </a:cubicBezTo>
                <a:close/>
              </a:path>
              <a:path w="967072" h="406800" stroke="0" extrusionOk="0">
                <a:moveTo>
                  <a:pt x="0" y="119148"/>
                </a:moveTo>
                <a:cubicBezTo>
                  <a:pt x="27918" y="85084"/>
                  <a:pt x="62855" y="61881"/>
                  <a:pt x="119148" y="0"/>
                </a:cubicBezTo>
                <a:cubicBezTo>
                  <a:pt x="204010" y="-12013"/>
                  <a:pt x="316175" y="-11589"/>
                  <a:pt x="461673" y="0"/>
                </a:cubicBezTo>
                <a:cubicBezTo>
                  <a:pt x="607171" y="11589"/>
                  <a:pt x="701927" y="2262"/>
                  <a:pt x="847924" y="0"/>
                </a:cubicBezTo>
                <a:cubicBezTo>
                  <a:pt x="869813" y="32436"/>
                  <a:pt x="943441" y="88386"/>
                  <a:pt x="967072" y="119148"/>
                </a:cubicBezTo>
                <a:cubicBezTo>
                  <a:pt x="973574" y="195697"/>
                  <a:pt x="973606" y="230037"/>
                  <a:pt x="967072" y="287652"/>
                </a:cubicBezTo>
                <a:cubicBezTo>
                  <a:pt x="938939" y="318410"/>
                  <a:pt x="875472" y="380118"/>
                  <a:pt x="847924" y="406800"/>
                </a:cubicBezTo>
                <a:cubicBezTo>
                  <a:pt x="665760" y="394291"/>
                  <a:pt x="631735" y="402446"/>
                  <a:pt x="468960" y="406800"/>
                </a:cubicBezTo>
                <a:cubicBezTo>
                  <a:pt x="306185" y="411154"/>
                  <a:pt x="192005" y="392145"/>
                  <a:pt x="119148" y="406800"/>
                </a:cubicBezTo>
                <a:cubicBezTo>
                  <a:pt x="66477" y="361057"/>
                  <a:pt x="47672" y="338680"/>
                  <a:pt x="0" y="287652"/>
                </a:cubicBezTo>
                <a:cubicBezTo>
                  <a:pt x="6928" y="209260"/>
                  <a:pt x="6796" y="200405"/>
                  <a:pt x="0" y="11914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3117803040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/>
              <a:t>ASBAP</a:t>
            </a:r>
          </a:p>
        </p:txBody>
      </p:sp>
      <p:sp>
        <p:nvSpPr>
          <p:cNvPr id="44" name="Octógono 43">
            <a:extLst>
              <a:ext uri="{FF2B5EF4-FFF2-40B4-BE49-F238E27FC236}">
                <a16:creationId xmlns:a16="http://schemas.microsoft.com/office/drawing/2014/main" id="{91B8EEA8-EBB9-068F-92F7-2234EA6DA66D}"/>
              </a:ext>
            </a:extLst>
          </p:cNvPr>
          <p:cNvSpPr/>
          <p:nvPr/>
        </p:nvSpPr>
        <p:spPr>
          <a:xfrm>
            <a:off x="8326785" y="5970378"/>
            <a:ext cx="1039914" cy="406800"/>
          </a:xfrm>
          <a:custGeom>
            <a:avLst/>
            <a:gdLst>
              <a:gd name="csX0" fmla="*/ 0 w 1039914"/>
              <a:gd name="csY0" fmla="*/ 119148 h 406800"/>
              <a:gd name="csX1" fmla="*/ 119148 w 1039914"/>
              <a:gd name="csY1" fmla="*/ 0 h 406800"/>
              <a:gd name="csX2" fmla="*/ 535989 w 1039914"/>
              <a:gd name="csY2" fmla="*/ 0 h 406800"/>
              <a:gd name="csX3" fmla="*/ 920766 w 1039914"/>
              <a:gd name="csY3" fmla="*/ 0 h 406800"/>
              <a:gd name="csX4" fmla="*/ 1039914 w 1039914"/>
              <a:gd name="csY4" fmla="*/ 119148 h 406800"/>
              <a:gd name="csX5" fmla="*/ 1039914 w 1039914"/>
              <a:gd name="csY5" fmla="*/ 287652 h 406800"/>
              <a:gd name="csX6" fmla="*/ 920766 w 1039914"/>
              <a:gd name="csY6" fmla="*/ 406800 h 406800"/>
              <a:gd name="csX7" fmla="*/ 519957 w 1039914"/>
              <a:gd name="csY7" fmla="*/ 406800 h 406800"/>
              <a:gd name="csX8" fmla="*/ 119148 w 1039914"/>
              <a:gd name="csY8" fmla="*/ 406800 h 406800"/>
              <a:gd name="csX9" fmla="*/ 0 w 1039914"/>
              <a:gd name="csY9" fmla="*/ 287652 h 406800"/>
              <a:gd name="csX10" fmla="*/ 0 w 1039914"/>
              <a:gd name="csY10" fmla="*/ 119148 h 40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1039914" h="406800" fill="none" extrusionOk="0">
                <a:moveTo>
                  <a:pt x="0" y="119148"/>
                </a:moveTo>
                <a:cubicBezTo>
                  <a:pt x="55390" y="71077"/>
                  <a:pt x="77804" y="47169"/>
                  <a:pt x="119148" y="0"/>
                </a:cubicBezTo>
                <a:cubicBezTo>
                  <a:pt x="317350" y="-18094"/>
                  <a:pt x="381098" y="-8252"/>
                  <a:pt x="535989" y="0"/>
                </a:cubicBezTo>
                <a:cubicBezTo>
                  <a:pt x="690880" y="8252"/>
                  <a:pt x="737505" y="4460"/>
                  <a:pt x="920766" y="0"/>
                </a:cubicBezTo>
                <a:cubicBezTo>
                  <a:pt x="964357" y="40129"/>
                  <a:pt x="997284" y="74428"/>
                  <a:pt x="1039914" y="119148"/>
                </a:cubicBezTo>
                <a:cubicBezTo>
                  <a:pt x="1043545" y="201338"/>
                  <a:pt x="1046275" y="241956"/>
                  <a:pt x="1039914" y="287652"/>
                </a:cubicBezTo>
                <a:cubicBezTo>
                  <a:pt x="996919" y="330702"/>
                  <a:pt x="968347" y="370728"/>
                  <a:pt x="920766" y="406800"/>
                </a:cubicBezTo>
                <a:cubicBezTo>
                  <a:pt x="732735" y="403723"/>
                  <a:pt x="657761" y="422408"/>
                  <a:pt x="519957" y="406800"/>
                </a:cubicBezTo>
                <a:cubicBezTo>
                  <a:pt x="382153" y="391192"/>
                  <a:pt x="298339" y="417208"/>
                  <a:pt x="119148" y="406800"/>
                </a:cubicBezTo>
                <a:cubicBezTo>
                  <a:pt x="76264" y="370048"/>
                  <a:pt x="43016" y="331208"/>
                  <a:pt x="0" y="287652"/>
                </a:cubicBezTo>
                <a:cubicBezTo>
                  <a:pt x="-4173" y="248267"/>
                  <a:pt x="6899" y="190729"/>
                  <a:pt x="0" y="119148"/>
                </a:cubicBezTo>
                <a:close/>
              </a:path>
              <a:path w="1039914" h="406800" stroke="0" extrusionOk="0">
                <a:moveTo>
                  <a:pt x="0" y="119148"/>
                </a:moveTo>
                <a:cubicBezTo>
                  <a:pt x="31444" y="82334"/>
                  <a:pt x="80834" y="45935"/>
                  <a:pt x="119148" y="0"/>
                </a:cubicBezTo>
                <a:cubicBezTo>
                  <a:pt x="224269" y="17074"/>
                  <a:pt x="380455" y="-14839"/>
                  <a:pt x="519957" y="0"/>
                </a:cubicBezTo>
                <a:cubicBezTo>
                  <a:pt x="659459" y="14839"/>
                  <a:pt x="813106" y="3228"/>
                  <a:pt x="920766" y="0"/>
                </a:cubicBezTo>
                <a:cubicBezTo>
                  <a:pt x="949258" y="31594"/>
                  <a:pt x="992790" y="68656"/>
                  <a:pt x="1039914" y="119148"/>
                </a:cubicBezTo>
                <a:cubicBezTo>
                  <a:pt x="1039344" y="182233"/>
                  <a:pt x="1035074" y="208260"/>
                  <a:pt x="1039914" y="287652"/>
                </a:cubicBezTo>
                <a:cubicBezTo>
                  <a:pt x="1013942" y="316557"/>
                  <a:pt x="954218" y="384299"/>
                  <a:pt x="920766" y="406800"/>
                </a:cubicBezTo>
                <a:cubicBezTo>
                  <a:pt x="740053" y="391908"/>
                  <a:pt x="708865" y="407841"/>
                  <a:pt x="511941" y="406800"/>
                </a:cubicBezTo>
                <a:cubicBezTo>
                  <a:pt x="315018" y="405759"/>
                  <a:pt x="215048" y="413576"/>
                  <a:pt x="119148" y="406800"/>
                </a:cubicBezTo>
                <a:cubicBezTo>
                  <a:pt x="71017" y="367445"/>
                  <a:pt x="34039" y="327544"/>
                  <a:pt x="0" y="287652"/>
                </a:cubicBezTo>
                <a:cubicBezTo>
                  <a:pt x="5581" y="220897"/>
                  <a:pt x="-5288" y="199764"/>
                  <a:pt x="0" y="11914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51683767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dirty="0" err="1"/>
              <a:t>AEFAM</a:t>
            </a:r>
            <a:endParaRPr lang="pt-BR" dirty="0"/>
          </a:p>
        </p:txBody>
      </p:sp>
      <p:sp>
        <p:nvSpPr>
          <p:cNvPr id="45" name="Octógono 44">
            <a:extLst>
              <a:ext uri="{FF2B5EF4-FFF2-40B4-BE49-F238E27FC236}">
                <a16:creationId xmlns:a16="http://schemas.microsoft.com/office/drawing/2014/main" id="{15802E0B-D5C7-6870-6775-389CC8657DAC}"/>
              </a:ext>
            </a:extLst>
          </p:cNvPr>
          <p:cNvSpPr/>
          <p:nvPr/>
        </p:nvSpPr>
        <p:spPr>
          <a:xfrm>
            <a:off x="10567623" y="5966723"/>
            <a:ext cx="967073" cy="406800"/>
          </a:xfrm>
          <a:custGeom>
            <a:avLst/>
            <a:gdLst>
              <a:gd name="csX0" fmla="*/ 0 w 967073"/>
              <a:gd name="csY0" fmla="*/ 119148 h 406800"/>
              <a:gd name="csX1" fmla="*/ 119148 w 967073"/>
              <a:gd name="csY1" fmla="*/ 0 h 406800"/>
              <a:gd name="csX2" fmla="*/ 468961 w 967073"/>
              <a:gd name="csY2" fmla="*/ 0 h 406800"/>
              <a:gd name="csX3" fmla="*/ 847925 w 967073"/>
              <a:gd name="csY3" fmla="*/ 0 h 406800"/>
              <a:gd name="csX4" fmla="*/ 967073 w 967073"/>
              <a:gd name="csY4" fmla="*/ 119148 h 406800"/>
              <a:gd name="csX5" fmla="*/ 967073 w 967073"/>
              <a:gd name="csY5" fmla="*/ 287652 h 406800"/>
              <a:gd name="csX6" fmla="*/ 847925 w 967073"/>
              <a:gd name="csY6" fmla="*/ 406800 h 406800"/>
              <a:gd name="csX7" fmla="*/ 490824 w 967073"/>
              <a:gd name="csY7" fmla="*/ 406800 h 406800"/>
              <a:gd name="csX8" fmla="*/ 119148 w 967073"/>
              <a:gd name="csY8" fmla="*/ 406800 h 406800"/>
              <a:gd name="csX9" fmla="*/ 0 w 967073"/>
              <a:gd name="csY9" fmla="*/ 287652 h 406800"/>
              <a:gd name="csX10" fmla="*/ 0 w 967073"/>
              <a:gd name="csY10" fmla="*/ 119148 h 4068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</a:cxnLst>
            <a:rect l="l" t="t" r="r" b="b"/>
            <a:pathLst>
              <a:path w="967073" h="406800" fill="none" extrusionOk="0">
                <a:moveTo>
                  <a:pt x="0" y="119148"/>
                </a:moveTo>
                <a:cubicBezTo>
                  <a:pt x="19443" y="90644"/>
                  <a:pt x="89673" y="34972"/>
                  <a:pt x="119148" y="0"/>
                </a:cubicBezTo>
                <a:cubicBezTo>
                  <a:pt x="236454" y="-2302"/>
                  <a:pt x="385341" y="-8879"/>
                  <a:pt x="468961" y="0"/>
                </a:cubicBezTo>
                <a:cubicBezTo>
                  <a:pt x="552581" y="8879"/>
                  <a:pt x="684750" y="15238"/>
                  <a:pt x="847925" y="0"/>
                </a:cubicBezTo>
                <a:cubicBezTo>
                  <a:pt x="895068" y="41272"/>
                  <a:pt x="924853" y="82701"/>
                  <a:pt x="967073" y="119148"/>
                </a:cubicBezTo>
                <a:cubicBezTo>
                  <a:pt x="963432" y="200907"/>
                  <a:pt x="960315" y="217432"/>
                  <a:pt x="967073" y="287652"/>
                </a:cubicBezTo>
                <a:cubicBezTo>
                  <a:pt x="924028" y="333074"/>
                  <a:pt x="900549" y="349980"/>
                  <a:pt x="847925" y="406800"/>
                </a:cubicBezTo>
                <a:cubicBezTo>
                  <a:pt x="752689" y="394855"/>
                  <a:pt x="661912" y="402690"/>
                  <a:pt x="490824" y="406800"/>
                </a:cubicBezTo>
                <a:cubicBezTo>
                  <a:pt x="319736" y="410910"/>
                  <a:pt x="219880" y="392848"/>
                  <a:pt x="119148" y="406800"/>
                </a:cubicBezTo>
                <a:cubicBezTo>
                  <a:pt x="86006" y="384486"/>
                  <a:pt x="20455" y="318883"/>
                  <a:pt x="0" y="287652"/>
                </a:cubicBezTo>
                <a:cubicBezTo>
                  <a:pt x="-8280" y="253519"/>
                  <a:pt x="134" y="160761"/>
                  <a:pt x="0" y="119148"/>
                </a:cubicBezTo>
                <a:close/>
              </a:path>
              <a:path w="967073" h="406800" stroke="0" extrusionOk="0">
                <a:moveTo>
                  <a:pt x="0" y="119148"/>
                </a:moveTo>
                <a:cubicBezTo>
                  <a:pt x="31105" y="91288"/>
                  <a:pt x="69696" y="61333"/>
                  <a:pt x="119148" y="0"/>
                </a:cubicBezTo>
                <a:cubicBezTo>
                  <a:pt x="195577" y="2450"/>
                  <a:pt x="343123" y="7862"/>
                  <a:pt x="490824" y="0"/>
                </a:cubicBezTo>
                <a:cubicBezTo>
                  <a:pt x="638525" y="-7862"/>
                  <a:pt x="733021" y="3659"/>
                  <a:pt x="847925" y="0"/>
                </a:cubicBezTo>
                <a:cubicBezTo>
                  <a:pt x="904525" y="57128"/>
                  <a:pt x="916744" y="65982"/>
                  <a:pt x="967073" y="119148"/>
                </a:cubicBezTo>
                <a:cubicBezTo>
                  <a:pt x="964863" y="154812"/>
                  <a:pt x="964573" y="248733"/>
                  <a:pt x="967073" y="287652"/>
                </a:cubicBezTo>
                <a:cubicBezTo>
                  <a:pt x="905826" y="338271"/>
                  <a:pt x="871077" y="372683"/>
                  <a:pt x="847925" y="406800"/>
                </a:cubicBezTo>
                <a:cubicBezTo>
                  <a:pt x="673115" y="393996"/>
                  <a:pt x="563460" y="412742"/>
                  <a:pt x="476249" y="406800"/>
                </a:cubicBezTo>
                <a:cubicBezTo>
                  <a:pt x="389038" y="400858"/>
                  <a:pt x="195872" y="396148"/>
                  <a:pt x="119148" y="406800"/>
                </a:cubicBezTo>
                <a:cubicBezTo>
                  <a:pt x="91202" y="367906"/>
                  <a:pt x="44500" y="340175"/>
                  <a:pt x="0" y="287652"/>
                </a:cubicBezTo>
                <a:cubicBezTo>
                  <a:pt x="1171" y="253431"/>
                  <a:pt x="-4745" y="181779"/>
                  <a:pt x="0" y="119148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567449807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1600"/>
              <a:t>AEFAC</a:t>
            </a:r>
          </a:p>
        </p:txBody>
      </p:sp>
      <p:cxnSp>
        <p:nvCxnSpPr>
          <p:cNvPr id="64" name="Conector reto 63">
            <a:extLst>
              <a:ext uri="{FF2B5EF4-FFF2-40B4-BE49-F238E27FC236}">
                <a16:creationId xmlns:a16="http://schemas.microsoft.com/office/drawing/2014/main" id="{FB65A61A-BF62-EBC5-D114-A2F7C93F18B9}"/>
              </a:ext>
            </a:extLst>
          </p:cNvPr>
          <p:cNvCxnSpPr>
            <a:cxnSpLocks/>
          </p:cNvCxnSpPr>
          <p:nvPr/>
        </p:nvCxnSpPr>
        <p:spPr>
          <a:xfrm>
            <a:off x="2191743" y="4864514"/>
            <a:ext cx="7766399" cy="10438"/>
          </a:xfrm>
          <a:prstGeom prst="line">
            <a:avLst/>
          </a:prstGeom>
          <a:ln w="28575">
            <a:solidFill>
              <a:srgbClr val="006B3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Conector de Seta Reta 68">
            <a:extLst>
              <a:ext uri="{FF2B5EF4-FFF2-40B4-BE49-F238E27FC236}">
                <a16:creationId xmlns:a16="http://schemas.microsoft.com/office/drawing/2014/main" id="{7D1621BF-3572-88F9-FD38-F90A4C0EC298}"/>
              </a:ext>
            </a:extLst>
          </p:cNvPr>
          <p:cNvCxnSpPr/>
          <p:nvPr/>
        </p:nvCxnSpPr>
        <p:spPr>
          <a:xfrm flipH="1">
            <a:off x="2202587" y="4853165"/>
            <a:ext cx="3569" cy="354939"/>
          </a:xfrm>
          <a:prstGeom prst="straightConnector1">
            <a:avLst/>
          </a:prstGeom>
          <a:ln w="28575">
            <a:solidFill>
              <a:srgbClr val="006B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833203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1064C3-D957-3695-807D-40FDDC084B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lipse 5">
            <a:extLst>
              <a:ext uri="{FF2B5EF4-FFF2-40B4-BE49-F238E27FC236}">
                <a16:creationId xmlns:a16="http://schemas.microsoft.com/office/drawing/2014/main" id="{14C9DB7F-99AB-55B1-6865-71D24AB6C7EE}"/>
              </a:ext>
            </a:extLst>
          </p:cNvPr>
          <p:cNvSpPr/>
          <p:nvPr/>
        </p:nvSpPr>
        <p:spPr>
          <a:xfrm>
            <a:off x="657070" y="2910104"/>
            <a:ext cx="1995682" cy="600554"/>
          </a:xfrm>
          <a:custGeom>
            <a:avLst/>
            <a:gdLst>
              <a:gd name="csX0" fmla="*/ 0 w 1995682"/>
              <a:gd name="csY0" fmla="*/ 300277 h 600554"/>
              <a:gd name="csX1" fmla="*/ 997841 w 1995682"/>
              <a:gd name="csY1" fmla="*/ 0 h 600554"/>
              <a:gd name="csX2" fmla="*/ 1995682 w 1995682"/>
              <a:gd name="csY2" fmla="*/ 300277 h 600554"/>
              <a:gd name="csX3" fmla="*/ 997841 w 1995682"/>
              <a:gd name="csY3" fmla="*/ 600554 h 600554"/>
              <a:gd name="csX4" fmla="*/ 0 w 1995682"/>
              <a:gd name="csY4" fmla="*/ 300277 h 60055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</a:cxnLst>
            <a:rect l="l" t="t" r="r" b="b"/>
            <a:pathLst>
              <a:path w="1995682" h="600554" extrusionOk="0">
                <a:moveTo>
                  <a:pt x="0" y="300277"/>
                </a:moveTo>
                <a:cubicBezTo>
                  <a:pt x="-48899" y="196967"/>
                  <a:pt x="463161" y="1542"/>
                  <a:pt x="997841" y="0"/>
                </a:cubicBezTo>
                <a:cubicBezTo>
                  <a:pt x="1556657" y="39659"/>
                  <a:pt x="1999098" y="154529"/>
                  <a:pt x="1995682" y="300277"/>
                </a:cubicBezTo>
                <a:cubicBezTo>
                  <a:pt x="1943197" y="487625"/>
                  <a:pt x="1550447" y="620993"/>
                  <a:pt x="997841" y="600554"/>
                </a:cubicBezTo>
                <a:cubicBezTo>
                  <a:pt x="451806" y="589341"/>
                  <a:pt x="3431" y="462447"/>
                  <a:pt x="0" y="300277"/>
                </a:cubicBezTo>
                <a:close/>
              </a:path>
            </a:pathLst>
          </a:custGeom>
          <a:noFill/>
          <a:ln w="28575">
            <a:solidFill>
              <a:srgbClr val="C00000"/>
            </a:solidFill>
            <a:prstDash val="solid"/>
            <a:extLst>
              <a:ext uri="{C807C97D-BFC1-408E-A445-0C87EB9F89A2}">
                <ask:lineSketchStyleProps xmlns:ask="http://schemas.microsoft.com/office/drawing/2018/sketchyshapes" sd="1062670486">
                  <a:prstGeom prst="ellipse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355C89E8-E001-C1E5-D61C-3C684572B9A4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70DFB5C0-4CF6-020F-B7BB-8D1683765C46}"/>
              </a:ext>
            </a:extLst>
          </p:cNvPr>
          <p:cNvSpPr txBox="1"/>
          <p:nvPr/>
        </p:nvSpPr>
        <p:spPr>
          <a:xfrm>
            <a:off x="2327934" y="142558"/>
            <a:ext cx="753079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rgbClr val="F5EBDA"/>
                </a:solidFill>
              </a:rPr>
              <a:t>PROJETO FRUTIFICAR AMAZÔNIA –</a:t>
            </a:r>
            <a:r>
              <a:rPr lang="pt-BR" sz="2400">
                <a:solidFill>
                  <a:srgbClr val="F5EBDA"/>
                </a:solidFill>
              </a:rPr>
              <a:t> ÁREA DE ATUAÇÃO</a:t>
            </a:r>
            <a:endParaRPr lang="pt-BR" sz="2400" dirty="0">
              <a:solidFill>
                <a:srgbClr val="F5EBDA"/>
              </a:solidFill>
            </a:endParaRP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D7F48848-8E5A-A746-73CF-B2417EEE18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5" name="CaixaDeTexto 1">
            <a:extLst>
              <a:ext uri="{FF2B5EF4-FFF2-40B4-BE49-F238E27FC236}">
                <a16:creationId xmlns:a16="http://schemas.microsoft.com/office/drawing/2014/main" id="{5B298C13-713E-D4BB-7D21-5CEF7DBAE016}"/>
              </a:ext>
            </a:extLst>
          </p:cNvPr>
          <p:cNvSpPr txBox="1"/>
          <p:nvPr/>
        </p:nvSpPr>
        <p:spPr>
          <a:xfrm>
            <a:off x="497440" y="3015665"/>
            <a:ext cx="3090327" cy="1631216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pt-BR" sz="2400" b="1">
                <a:solidFill>
                  <a:srgbClr val="004D2D"/>
                </a:solidFill>
                <a:latin typeface="Calibri"/>
                <a:ea typeface="Calibri"/>
                <a:cs typeface="Calibri"/>
              </a:rPr>
              <a:t>14 municípios,</a:t>
            </a:r>
            <a:r>
              <a:rPr lang="pt-BR" sz="2400" b="1">
                <a:latin typeface="Calibri"/>
                <a:ea typeface="Calibri"/>
                <a:cs typeface="Calibri"/>
              </a:rPr>
              <a:t> sendo 09 municípios no estado do Pará e 05 no estado do Amapá </a:t>
            </a:r>
            <a:endParaRPr lang="pt-BR" sz="2000"/>
          </a:p>
        </p:txBody>
      </p:sp>
      <p:pic>
        <p:nvPicPr>
          <p:cNvPr id="2" name="Imagem 1" descr="Mapa&#10;&#10;O conteúdo gerado por IA pode estar incorreto.">
            <a:extLst>
              <a:ext uri="{FF2B5EF4-FFF2-40B4-BE49-F238E27FC236}">
                <a16:creationId xmlns:a16="http://schemas.microsoft.com/office/drawing/2014/main" id="{4BA348F8-14E9-39CF-E4BD-E913B8A1D2A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174"/>
          <a:stretch>
            <a:fillRect/>
          </a:stretch>
        </p:blipFill>
        <p:spPr>
          <a:xfrm>
            <a:off x="3730603" y="867036"/>
            <a:ext cx="8258958" cy="5854599"/>
          </a:xfrm>
          <a:custGeom>
            <a:avLst/>
            <a:gdLst>
              <a:gd name="csX0" fmla="*/ 0 w 8258958"/>
              <a:gd name="csY0" fmla="*/ 0 h 5854599"/>
              <a:gd name="csX1" fmla="*/ 853426 w 8258958"/>
              <a:gd name="csY1" fmla="*/ 0 h 5854599"/>
              <a:gd name="csX2" fmla="*/ 1293903 w 8258958"/>
              <a:gd name="csY2" fmla="*/ 0 h 5854599"/>
              <a:gd name="csX3" fmla="*/ 1899560 w 8258958"/>
              <a:gd name="csY3" fmla="*/ 0 h 5854599"/>
              <a:gd name="csX4" fmla="*/ 2422628 w 8258958"/>
              <a:gd name="csY4" fmla="*/ 0 h 5854599"/>
              <a:gd name="csX5" fmla="*/ 3193464 w 8258958"/>
              <a:gd name="csY5" fmla="*/ 0 h 5854599"/>
              <a:gd name="csX6" fmla="*/ 3881710 w 8258958"/>
              <a:gd name="csY6" fmla="*/ 0 h 5854599"/>
              <a:gd name="csX7" fmla="*/ 4322188 w 8258958"/>
              <a:gd name="csY7" fmla="*/ 0 h 5854599"/>
              <a:gd name="csX8" fmla="*/ 5175614 w 8258958"/>
              <a:gd name="csY8" fmla="*/ 0 h 5854599"/>
              <a:gd name="csX9" fmla="*/ 5698681 w 8258958"/>
              <a:gd name="csY9" fmla="*/ 0 h 5854599"/>
              <a:gd name="csX10" fmla="*/ 6552107 w 8258958"/>
              <a:gd name="csY10" fmla="*/ 0 h 5854599"/>
              <a:gd name="csX11" fmla="*/ 7157764 w 8258958"/>
              <a:gd name="csY11" fmla="*/ 0 h 5854599"/>
              <a:gd name="csX12" fmla="*/ 8258958 w 8258958"/>
              <a:gd name="csY12" fmla="*/ 0 h 5854599"/>
              <a:gd name="csX13" fmla="*/ 8258958 w 8258958"/>
              <a:gd name="csY13" fmla="*/ 474873 h 5854599"/>
              <a:gd name="csX14" fmla="*/ 8258958 w 8258958"/>
              <a:gd name="csY14" fmla="*/ 1066838 h 5854599"/>
              <a:gd name="csX15" fmla="*/ 8258958 w 8258958"/>
              <a:gd name="csY15" fmla="*/ 1717349 h 5854599"/>
              <a:gd name="csX16" fmla="*/ 8258958 w 8258958"/>
              <a:gd name="csY16" fmla="*/ 2426406 h 5854599"/>
              <a:gd name="csX17" fmla="*/ 8258958 w 8258958"/>
              <a:gd name="csY17" fmla="*/ 3135463 h 5854599"/>
              <a:gd name="csX18" fmla="*/ 8258958 w 8258958"/>
              <a:gd name="csY18" fmla="*/ 3610336 h 5854599"/>
              <a:gd name="csX19" fmla="*/ 8258958 w 8258958"/>
              <a:gd name="csY19" fmla="*/ 4377939 h 5854599"/>
              <a:gd name="csX20" fmla="*/ 8258958 w 8258958"/>
              <a:gd name="csY20" fmla="*/ 5028450 h 5854599"/>
              <a:gd name="csX21" fmla="*/ 8258958 w 8258958"/>
              <a:gd name="csY21" fmla="*/ 5854599 h 5854599"/>
              <a:gd name="csX22" fmla="*/ 7735891 w 8258958"/>
              <a:gd name="csY22" fmla="*/ 5854599 h 5854599"/>
              <a:gd name="csX23" fmla="*/ 7130234 w 8258958"/>
              <a:gd name="csY23" fmla="*/ 5854599 h 5854599"/>
              <a:gd name="csX24" fmla="*/ 6276808 w 8258958"/>
              <a:gd name="csY24" fmla="*/ 5854599 h 5854599"/>
              <a:gd name="csX25" fmla="*/ 5588562 w 8258958"/>
              <a:gd name="csY25" fmla="*/ 5854599 h 5854599"/>
              <a:gd name="csX26" fmla="*/ 4735136 w 8258958"/>
              <a:gd name="csY26" fmla="*/ 5854599 h 5854599"/>
              <a:gd name="csX27" fmla="*/ 3964300 w 8258958"/>
              <a:gd name="csY27" fmla="*/ 5854599 h 5854599"/>
              <a:gd name="csX28" fmla="*/ 3276053 w 8258958"/>
              <a:gd name="csY28" fmla="*/ 5854599 h 5854599"/>
              <a:gd name="csX29" fmla="*/ 2422628 w 8258958"/>
              <a:gd name="csY29" fmla="*/ 5854599 h 5854599"/>
              <a:gd name="csX30" fmla="*/ 1569202 w 8258958"/>
              <a:gd name="csY30" fmla="*/ 5854599 h 5854599"/>
              <a:gd name="csX31" fmla="*/ 880956 w 8258958"/>
              <a:gd name="csY31" fmla="*/ 5854599 h 5854599"/>
              <a:gd name="csX32" fmla="*/ 0 w 8258958"/>
              <a:gd name="csY32" fmla="*/ 5854599 h 5854599"/>
              <a:gd name="csX33" fmla="*/ 0 w 8258958"/>
              <a:gd name="csY33" fmla="*/ 5262634 h 5854599"/>
              <a:gd name="csX34" fmla="*/ 0 w 8258958"/>
              <a:gd name="csY34" fmla="*/ 4495031 h 5854599"/>
              <a:gd name="csX35" fmla="*/ 0 w 8258958"/>
              <a:gd name="csY35" fmla="*/ 3727428 h 5854599"/>
              <a:gd name="csX36" fmla="*/ 0 w 8258958"/>
              <a:gd name="csY36" fmla="*/ 3135463 h 5854599"/>
              <a:gd name="csX37" fmla="*/ 0 w 8258958"/>
              <a:gd name="csY37" fmla="*/ 2602044 h 5854599"/>
              <a:gd name="csX38" fmla="*/ 0 w 8258958"/>
              <a:gd name="csY38" fmla="*/ 2127171 h 5854599"/>
              <a:gd name="csX39" fmla="*/ 0 w 8258958"/>
              <a:gd name="csY39" fmla="*/ 1652298 h 5854599"/>
              <a:gd name="csX40" fmla="*/ 0 w 8258958"/>
              <a:gd name="csY40" fmla="*/ 1060333 h 5854599"/>
              <a:gd name="csX41" fmla="*/ 0 w 8258958"/>
              <a:gd name="csY41" fmla="*/ 0 h 585459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</a:cxnLst>
            <a:rect l="l" t="t" r="r" b="b"/>
            <a:pathLst>
              <a:path w="8258958" h="5854599" fill="none" extrusionOk="0">
                <a:moveTo>
                  <a:pt x="0" y="0"/>
                </a:moveTo>
                <a:cubicBezTo>
                  <a:pt x="398974" y="-34778"/>
                  <a:pt x="681195" y="-249"/>
                  <a:pt x="853426" y="0"/>
                </a:cubicBezTo>
                <a:cubicBezTo>
                  <a:pt x="1025657" y="249"/>
                  <a:pt x="1141161" y="5915"/>
                  <a:pt x="1293903" y="0"/>
                </a:cubicBezTo>
                <a:cubicBezTo>
                  <a:pt x="1446645" y="-5915"/>
                  <a:pt x="1762894" y="22351"/>
                  <a:pt x="1899560" y="0"/>
                </a:cubicBezTo>
                <a:cubicBezTo>
                  <a:pt x="2036226" y="-22351"/>
                  <a:pt x="2177151" y="-22250"/>
                  <a:pt x="2422628" y="0"/>
                </a:cubicBezTo>
                <a:cubicBezTo>
                  <a:pt x="2668105" y="22250"/>
                  <a:pt x="2831912" y="-2585"/>
                  <a:pt x="3193464" y="0"/>
                </a:cubicBezTo>
                <a:cubicBezTo>
                  <a:pt x="3555016" y="2585"/>
                  <a:pt x="3692270" y="-21948"/>
                  <a:pt x="3881710" y="0"/>
                </a:cubicBezTo>
                <a:cubicBezTo>
                  <a:pt x="4071150" y="21948"/>
                  <a:pt x="4214656" y="-22022"/>
                  <a:pt x="4322188" y="0"/>
                </a:cubicBezTo>
                <a:cubicBezTo>
                  <a:pt x="4429720" y="22022"/>
                  <a:pt x="4912187" y="-3829"/>
                  <a:pt x="5175614" y="0"/>
                </a:cubicBezTo>
                <a:cubicBezTo>
                  <a:pt x="5439041" y="3829"/>
                  <a:pt x="5569292" y="17701"/>
                  <a:pt x="5698681" y="0"/>
                </a:cubicBezTo>
                <a:cubicBezTo>
                  <a:pt x="5828070" y="-17701"/>
                  <a:pt x="6190757" y="40244"/>
                  <a:pt x="6552107" y="0"/>
                </a:cubicBezTo>
                <a:cubicBezTo>
                  <a:pt x="6913457" y="-40244"/>
                  <a:pt x="6886948" y="-8860"/>
                  <a:pt x="7157764" y="0"/>
                </a:cubicBezTo>
                <a:cubicBezTo>
                  <a:pt x="7428580" y="8860"/>
                  <a:pt x="7928701" y="-3250"/>
                  <a:pt x="8258958" y="0"/>
                </a:cubicBezTo>
                <a:cubicBezTo>
                  <a:pt x="8265639" y="98209"/>
                  <a:pt x="8262726" y="310863"/>
                  <a:pt x="8258958" y="474873"/>
                </a:cubicBezTo>
                <a:cubicBezTo>
                  <a:pt x="8255190" y="638883"/>
                  <a:pt x="8278956" y="868255"/>
                  <a:pt x="8258958" y="1066838"/>
                </a:cubicBezTo>
                <a:cubicBezTo>
                  <a:pt x="8238960" y="1265421"/>
                  <a:pt x="8245121" y="1557845"/>
                  <a:pt x="8258958" y="1717349"/>
                </a:cubicBezTo>
                <a:cubicBezTo>
                  <a:pt x="8272795" y="1876853"/>
                  <a:pt x="8241835" y="2116107"/>
                  <a:pt x="8258958" y="2426406"/>
                </a:cubicBezTo>
                <a:cubicBezTo>
                  <a:pt x="8276081" y="2736705"/>
                  <a:pt x="8288033" y="2910301"/>
                  <a:pt x="8258958" y="3135463"/>
                </a:cubicBezTo>
                <a:cubicBezTo>
                  <a:pt x="8229883" y="3360625"/>
                  <a:pt x="8245557" y="3387783"/>
                  <a:pt x="8258958" y="3610336"/>
                </a:cubicBezTo>
                <a:cubicBezTo>
                  <a:pt x="8272359" y="3832889"/>
                  <a:pt x="8282017" y="4096518"/>
                  <a:pt x="8258958" y="4377939"/>
                </a:cubicBezTo>
                <a:cubicBezTo>
                  <a:pt x="8235899" y="4659360"/>
                  <a:pt x="8248846" y="4764568"/>
                  <a:pt x="8258958" y="5028450"/>
                </a:cubicBezTo>
                <a:cubicBezTo>
                  <a:pt x="8269070" y="5292332"/>
                  <a:pt x="8238777" y="5472815"/>
                  <a:pt x="8258958" y="5854599"/>
                </a:cubicBezTo>
                <a:cubicBezTo>
                  <a:pt x="8139442" y="5866580"/>
                  <a:pt x="7899651" y="5861554"/>
                  <a:pt x="7735891" y="5854599"/>
                </a:cubicBezTo>
                <a:cubicBezTo>
                  <a:pt x="7572131" y="5847644"/>
                  <a:pt x="7311855" y="5845602"/>
                  <a:pt x="7130234" y="5854599"/>
                </a:cubicBezTo>
                <a:cubicBezTo>
                  <a:pt x="6948613" y="5863596"/>
                  <a:pt x="6512029" y="5857817"/>
                  <a:pt x="6276808" y="5854599"/>
                </a:cubicBezTo>
                <a:cubicBezTo>
                  <a:pt x="6041587" y="5851381"/>
                  <a:pt x="5896366" y="5867757"/>
                  <a:pt x="5588562" y="5854599"/>
                </a:cubicBezTo>
                <a:cubicBezTo>
                  <a:pt x="5280758" y="5841441"/>
                  <a:pt x="5073442" y="5850525"/>
                  <a:pt x="4735136" y="5854599"/>
                </a:cubicBezTo>
                <a:cubicBezTo>
                  <a:pt x="4396830" y="5858673"/>
                  <a:pt x="4171391" y="5823572"/>
                  <a:pt x="3964300" y="5854599"/>
                </a:cubicBezTo>
                <a:cubicBezTo>
                  <a:pt x="3757209" y="5885626"/>
                  <a:pt x="3456005" y="5824201"/>
                  <a:pt x="3276053" y="5854599"/>
                </a:cubicBezTo>
                <a:cubicBezTo>
                  <a:pt x="3096101" y="5884997"/>
                  <a:pt x="2781295" y="5829603"/>
                  <a:pt x="2422628" y="5854599"/>
                </a:cubicBezTo>
                <a:cubicBezTo>
                  <a:pt x="2063962" y="5879595"/>
                  <a:pt x="1884602" y="5833601"/>
                  <a:pt x="1569202" y="5854599"/>
                </a:cubicBezTo>
                <a:cubicBezTo>
                  <a:pt x="1253802" y="5875597"/>
                  <a:pt x="1169203" y="5826966"/>
                  <a:pt x="880956" y="5854599"/>
                </a:cubicBezTo>
                <a:cubicBezTo>
                  <a:pt x="592709" y="5882232"/>
                  <a:pt x="347045" y="5872902"/>
                  <a:pt x="0" y="5854599"/>
                </a:cubicBezTo>
                <a:cubicBezTo>
                  <a:pt x="-8838" y="5711415"/>
                  <a:pt x="3561" y="5388772"/>
                  <a:pt x="0" y="5262634"/>
                </a:cubicBezTo>
                <a:cubicBezTo>
                  <a:pt x="-3561" y="5136496"/>
                  <a:pt x="5398" y="4660499"/>
                  <a:pt x="0" y="4495031"/>
                </a:cubicBezTo>
                <a:cubicBezTo>
                  <a:pt x="-5398" y="4329563"/>
                  <a:pt x="23101" y="3914651"/>
                  <a:pt x="0" y="3727428"/>
                </a:cubicBezTo>
                <a:cubicBezTo>
                  <a:pt x="-23101" y="3540205"/>
                  <a:pt x="20060" y="3394779"/>
                  <a:pt x="0" y="3135463"/>
                </a:cubicBezTo>
                <a:cubicBezTo>
                  <a:pt x="-20060" y="2876147"/>
                  <a:pt x="-23144" y="2824672"/>
                  <a:pt x="0" y="2602044"/>
                </a:cubicBezTo>
                <a:cubicBezTo>
                  <a:pt x="23144" y="2379416"/>
                  <a:pt x="-19713" y="2358369"/>
                  <a:pt x="0" y="2127171"/>
                </a:cubicBezTo>
                <a:cubicBezTo>
                  <a:pt x="19713" y="1895973"/>
                  <a:pt x="-5854" y="1845052"/>
                  <a:pt x="0" y="1652298"/>
                </a:cubicBezTo>
                <a:cubicBezTo>
                  <a:pt x="5854" y="1459544"/>
                  <a:pt x="11860" y="1236920"/>
                  <a:pt x="0" y="1060333"/>
                </a:cubicBezTo>
                <a:cubicBezTo>
                  <a:pt x="-11860" y="883747"/>
                  <a:pt x="-22927" y="295829"/>
                  <a:pt x="0" y="0"/>
                </a:cubicBezTo>
                <a:close/>
              </a:path>
              <a:path w="8258958" h="5854599" stroke="0" extrusionOk="0">
                <a:moveTo>
                  <a:pt x="0" y="0"/>
                </a:moveTo>
                <a:cubicBezTo>
                  <a:pt x="305473" y="32745"/>
                  <a:pt x="408072" y="-32370"/>
                  <a:pt x="688247" y="0"/>
                </a:cubicBezTo>
                <a:cubicBezTo>
                  <a:pt x="968422" y="32370"/>
                  <a:pt x="1032729" y="18442"/>
                  <a:pt x="1128724" y="0"/>
                </a:cubicBezTo>
                <a:cubicBezTo>
                  <a:pt x="1224719" y="-18442"/>
                  <a:pt x="1616760" y="-1718"/>
                  <a:pt x="1982150" y="0"/>
                </a:cubicBezTo>
                <a:cubicBezTo>
                  <a:pt x="2347540" y="1718"/>
                  <a:pt x="2321639" y="-27478"/>
                  <a:pt x="2587807" y="0"/>
                </a:cubicBezTo>
                <a:cubicBezTo>
                  <a:pt x="2853975" y="27478"/>
                  <a:pt x="3034397" y="2327"/>
                  <a:pt x="3276053" y="0"/>
                </a:cubicBezTo>
                <a:cubicBezTo>
                  <a:pt x="3517709" y="-2327"/>
                  <a:pt x="3715586" y="-24674"/>
                  <a:pt x="4046889" y="0"/>
                </a:cubicBezTo>
                <a:cubicBezTo>
                  <a:pt x="4378192" y="24674"/>
                  <a:pt x="4353163" y="13994"/>
                  <a:pt x="4487367" y="0"/>
                </a:cubicBezTo>
                <a:cubicBezTo>
                  <a:pt x="4621571" y="-13994"/>
                  <a:pt x="4924614" y="-3685"/>
                  <a:pt x="5258203" y="0"/>
                </a:cubicBezTo>
                <a:cubicBezTo>
                  <a:pt x="5591792" y="3685"/>
                  <a:pt x="5612056" y="18452"/>
                  <a:pt x="5946450" y="0"/>
                </a:cubicBezTo>
                <a:cubicBezTo>
                  <a:pt x="6280844" y="-18452"/>
                  <a:pt x="6434073" y="6852"/>
                  <a:pt x="6799875" y="0"/>
                </a:cubicBezTo>
                <a:cubicBezTo>
                  <a:pt x="7165677" y="-6852"/>
                  <a:pt x="7194487" y="19603"/>
                  <a:pt x="7405532" y="0"/>
                </a:cubicBezTo>
                <a:cubicBezTo>
                  <a:pt x="7616577" y="-19603"/>
                  <a:pt x="7964272" y="-37782"/>
                  <a:pt x="8258958" y="0"/>
                </a:cubicBezTo>
                <a:cubicBezTo>
                  <a:pt x="8239563" y="143844"/>
                  <a:pt x="8259492" y="304032"/>
                  <a:pt x="8258958" y="474873"/>
                </a:cubicBezTo>
                <a:cubicBezTo>
                  <a:pt x="8258424" y="645714"/>
                  <a:pt x="8234214" y="773067"/>
                  <a:pt x="8258958" y="1008292"/>
                </a:cubicBezTo>
                <a:cubicBezTo>
                  <a:pt x="8283702" y="1243517"/>
                  <a:pt x="8246146" y="1609867"/>
                  <a:pt x="8258958" y="1775895"/>
                </a:cubicBezTo>
                <a:cubicBezTo>
                  <a:pt x="8271770" y="1941923"/>
                  <a:pt x="8287365" y="2205144"/>
                  <a:pt x="8258958" y="2484952"/>
                </a:cubicBezTo>
                <a:cubicBezTo>
                  <a:pt x="8230551" y="2764760"/>
                  <a:pt x="8281521" y="2887553"/>
                  <a:pt x="8258958" y="3018371"/>
                </a:cubicBezTo>
                <a:cubicBezTo>
                  <a:pt x="8236395" y="3149189"/>
                  <a:pt x="8269601" y="3333429"/>
                  <a:pt x="8258958" y="3493244"/>
                </a:cubicBezTo>
                <a:cubicBezTo>
                  <a:pt x="8248315" y="3653059"/>
                  <a:pt x="8263778" y="3966469"/>
                  <a:pt x="8258958" y="4143755"/>
                </a:cubicBezTo>
                <a:cubicBezTo>
                  <a:pt x="8254138" y="4321041"/>
                  <a:pt x="8262321" y="4754187"/>
                  <a:pt x="8258958" y="4911358"/>
                </a:cubicBezTo>
                <a:cubicBezTo>
                  <a:pt x="8255595" y="5068529"/>
                  <a:pt x="8224674" y="5400651"/>
                  <a:pt x="8258958" y="5854599"/>
                </a:cubicBezTo>
                <a:cubicBezTo>
                  <a:pt x="8118972" y="5858162"/>
                  <a:pt x="7822641" y="5877127"/>
                  <a:pt x="7653301" y="5854599"/>
                </a:cubicBezTo>
                <a:cubicBezTo>
                  <a:pt x="7483961" y="5832071"/>
                  <a:pt x="7225889" y="5821740"/>
                  <a:pt x="6882465" y="5854599"/>
                </a:cubicBezTo>
                <a:cubicBezTo>
                  <a:pt x="6539041" y="5887458"/>
                  <a:pt x="6568533" y="5827271"/>
                  <a:pt x="6276808" y="5854599"/>
                </a:cubicBezTo>
                <a:cubicBezTo>
                  <a:pt x="5985083" y="5881927"/>
                  <a:pt x="5682863" y="5848386"/>
                  <a:pt x="5505972" y="5854599"/>
                </a:cubicBezTo>
                <a:cubicBezTo>
                  <a:pt x="5329081" y="5860812"/>
                  <a:pt x="4877585" y="5868653"/>
                  <a:pt x="4652546" y="5854599"/>
                </a:cubicBezTo>
                <a:cubicBezTo>
                  <a:pt x="4427507" y="5840545"/>
                  <a:pt x="4230501" y="5824096"/>
                  <a:pt x="3881710" y="5854599"/>
                </a:cubicBezTo>
                <a:cubicBezTo>
                  <a:pt x="3532919" y="5885102"/>
                  <a:pt x="3561546" y="5849165"/>
                  <a:pt x="3358643" y="5854599"/>
                </a:cubicBezTo>
                <a:cubicBezTo>
                  <a:pt x="3155740" y="5860033"/>
                  <a:pt x="3038223" y="5850937"/>
                  <a:pt x="2835576" y="5854599"/>
                </a:cubicBezTo>
                <a:cubicBezTo>
                  <a:pt x="2632929" y="5858261"/>
                  <a:pt x="2413312" y="5843505"/>
                  <a:pt x="2229919" y="5854599"/>
                </a:cubicBezTo>
                <a:cubicBezTo>
                  <a:pt x="2046526" y="5865693"/>
                  <a:pt x="1698484" y="5825902"/>
                  <a:pt x="1376493" y="5854599"/>
                </a:cubicBezTo>
                <a:cubicBezTo>
                  <a:pt x="1054502" y="5883296"/>
                  <a:pt x="763189" y="5828617"/>
                  <a:pt x="605657" y="5854599"/>
                </a:cubicBezTo>
                <a:cubicBezTo>
                  <a:pt x="448125" y="5880581"/>
                  <a:pt x="298908" y="5839384"/>
                  <a:pt x="0" y="5854599"/>
                </a:cubicBezTo>
                <a:cubicBezTo>
                  <a:pt x="29008" y="5696829"/>
                  <a:pt x="3466" y="5460385"/>
                  <a:pt x="0" y="5145542"/>
                </a:cubicBezTo>
                <a:cubicBezTo>
                  <a:pt x="-3466" y="4830699"/>
                  <a:pt x="22140" y="4792374"/>
                  <a:pt x="0" y="4495031"/>
                </a:cubicBezTo>
                <a:cubicBezTo>
                  <a:pt x="-22140" y="4197688"/>
                  <a:pt x="-11842" y="4218306"/>
                  <a:pt x="0" y="4020158"/>
                </a:cubicBezTo>
                <a:cubicBezTo>
                  <a:pt x="11842" y="3822010"/>
                  <a:pt x="5965" y="3649966"/>
                  <a:pt x="0" y="3311101"/>
                </a:cubicBezTo>
                <a:cubicBezTo>
                  <a:pt x="-5965" y="2972236"/>
                  <a:pt x="-26238" y="2852003"/>
                  <a:pt x="0" y="2602044"/>
                </a:cubicBezTo>
                <a:cubicBezTo>
                  <a:pt x="26238" y="2352085"/>
                  <a:pt x="-35277" y="2000892"/>
                  <a:pt x="0" y="1834441"/>
                </a:cubicBezTo>
                <a:cubicBezTo>
                  <a:pt x="35277" y="1667990"/>
                  <a:pt x="26593" y="1425179"/>
                  <a:pt x="0" y="1125384"/>
                </a:cubicBezTo>
                <a:cubicBezTo>
                  <a:pt x="-26593" y="825589"/>
                  <a:pt x="-28318" y="477284"/>
                  <a:pt x="0" y="0"/>
                </a:cubicBezTo>
                <a:close/>
              </a:path>
            </a:pathLst>
          </a:custGeom>
          <a:ln w="57150">
            <a:solidFill>
              <a:schemeClr val="bg1"/>
            </a:solidFill>
            <a:extLst>
              <a:ext uri="{C807C97D-BFC1-408E-A445-0C87EB9F89A2}">
                <ask:lineSketchStyleProps xmlns:ask="http://schemas.microsoft.com/office/drawing/2018/sketchyshapes" sd="352668813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</p:pic>
    </p:spTree>
    <p:extLst>
      <p:ext uri="{BB962C8B-B14F-4D97-AF65-F5344CB8AC3E}">
        <p14:creationId xmlns:p14="http://schemas.microsoft.com/office/powerpoint/2010/main" val="241006884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48DA9C0-6657-DF5E-571F-FBBAD2F593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3">
            <a:extLst>
              <a:ext uri="{FF2B5EF4-FFF2-40B4-BE49-F238E27FC236}">
                <a16:creationId xmlns:a16="http://schemas.microsoft.com/office/drawing/2014/main" id="{8582EC2F-AAE1-8BBA-65A5-772674F0E9EB}"/>
              </a:ext>
            </a:extLst>
          </p:cNvPr>
          <p:cNvSpPr/>
          <p:nvPr/>
        </p:nvSpPr>
        <p:spPr>
          <a:xfrm>
            <a:off x="8081942" y="1267765"/>
            <a:ext cx="3791020" cy="4986029"/>
          </a:xfrm>
          <a:custGeom>
            <a:avLst/>
            <a:gdLst>
              <a:gd name="csX0" fmla="*/ 0 w 3791020"/>
              <a:gd name="csY0" fmla="*/ 0 h 4986029"/>
              <a:gd name="csX1" fmla="*/ 707657 w 3791020"/>
              <a:gd name="csY1" fmla="*/ 0 h 4986029"/>
              <a:gd name="csX2" fmla="*/ 1415314 w 3791020"/>
              <a:gd name="csY2" fmla="*/ 0 h 4986029"/>
              <a:gd name="csX3" fmla="*/ 1971330 w 3791020"/>
              <a:gd name="csY3" fmla="*/ 0 h 4986029"/>
              <a:gd name="csX4" fmla="*/ 2527347 w 3791020"/>
              <a:gd name="csY4" fmla="*/ 0 h 4986029"/>
              <a:gd name="csX5" fmla="*/ 3235004 w 3791020"/>
              <a:gd name="csY5" fmla="*/ 0 h 4986029"/>
              <a:gd name="csX6" fmla="*/ 3791020 w 3791020"/>
              <a:gd name="csY6" fmla="*/ 0 h 4986029"/>
              <a:gd name="csX7" fmla="*/ 3791020 w 3791020"/>
              <a:gd name="csY7" fmla="*/ 573393 h 4986029"/>
              <a:gd name="csX8" fmla="*/ 3791020 w 3791020"/>
              <a:gd name="csY8" fmla="*/ 1146787 h 4986029"/>
              <a:gd name="csX9" fmla="*/ 3791020 w 3791020"/>
              <a:gd name="csY9" fmla="*/ 1720180 h 4986029"/>
              <a:gd name="csX10" fmla="*/ 3791020 w 3791020"/>
              <a:gd name="csY10" fmla="*/ 2393294 h 4986029"/>
              <a:gd name="csX11" fmla="*/ 3791020 w 3791020"/>
              <a:gd name="csY11" fmla="*/ 3116268 h 4986029"/>
              <a:gd name="csX12" fmla="*/ 3791020 w 3791020"/>
              <a:gd name="csY12" fmla="*/ 3739522 h 4986029"/>
              <a:gd name="csX13" fmla="*/ 3791020 w 3791020"/>
              <a:gd name="csY13" fmla="*/ 4213195 h 4986029"/>
              <a:gd name="csX14" fmla="*/ 3791020 w 3791020"/>
              <a:gd name="csY14" fmla="*/ 4986029 h 4986029"/>
              <a:gd name="csX15" fmla="*/ 3121273 w 3791020"/>
              <a:gd name="csY15" fmla="*/ 4986029 h 4986029"/>
              <a:gd name="csX16" fmla="*/ 2565257 w 3791020"/>
              <a:gd name="csY16" fmla="*/ 4986029 h 4986029"/>
              <a:gd name="csX17" fmla="*/ 1895510 w 3791020"/>
              <a:gd name="csY17" fmla="*/ 4986029 h 4986029"/>
              <a:gd name="csX18" fmla="*/ 1301584 w 3791020"/>
              <a:gd name="csY18" fmla="*/ 4986029 h 4986029"/>
              <a:gd name="csX19" fmla="*/ 631837 w 3791020"/>
              <a:gd name="csY19" fmla="*/ 4986029 h 4986029"/>
              <a:gd name="csX20" fmla="*/ 0 w 3791020"/>
              <a:gd name="csY20" fmla="*/ 4986029 h 4986029"/>
              <a:gd name="csX21" fmla="*/ 0 w 3791020"/>
              <a:gd name="csY21" fmla="*/ 4412636 h 4986029"/>
              <a:gd name="csX22" fmla="*/ 0 w 3791020"/>
              <a:gd name="csY22" fmla="*/ 3938963 h 4986029"/>
              <a:gd name="csX23" fmla="*/ 0 w 3791020"/>
              <a:gd name="csY23" fmla="*/ 3265849 h 4986029"/>
              <a:gd name="csX24" fmla="*/ 0 w 3791020"/>
              <a:gd name="csY24" fmla="*/ 2742316 h 4986029"/>
              <a:gd name="csX25" fmla="*/ 0 w 3791020"/>
              <a:gd name="csY25" fmla="*/ 2019342 h 4986029"/>
              <a:gd name="csX26" fmla="*/ 0 w 3791020"/>
              <a:gd name="csY26" fmla="*/ 1296368 h 4986029"/>
              <a:gd name="csX27" fmla="*/ 0 w 3791020"/>
              <a:gd name="csY27" fmla="*/ 623254 h 4986029"/>
              <a:gd name="csX28" fmla="*/ 0 w 3791020"/>
              <a:gd name="csY28" fmla="*/ 0 h 4986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3791020" h="4986029" fill="none" extrusionOk="0">
                <a:moveTo>
                  <a:pt x="0" y="0"/>
                </a:moveTo>
                <a:cubicBezTo>
                  <a:pt x="203930" y="101"/>
                  <a:pt x="563953" y="-14320"/>
                  <a:pt x="707657" y="0"/>
                </a:cubicBezTo>
                <a:cubicBezTo>
                  <a:pt x="851361" y="14320"/>
                  <a:pt x="1122073" y="-21578"/>
                  <a:pt x="1415314" y="0"/>
                </a:cubicBezTo>
                <a:cubicBezTo>
                  <a:pt x="1708555" y="21578"/>
                  <a:pt x="1738105" y="-9843"/>
                  <a:pt x="1971330" y="0"/>
                </a:cubicBezTo>
                <a:cubicBezTo>
                  <a:pt x="2204555" y="9843"/>
                  <a:pt x="2256342" y="-17726"/>
                  <a:pt x="2527347" y="0"/>
                </a:cubicBezTo>
                <a:cubicBezTo>
                  <a:pt x="2798352" y="17726"/>
                  <a:pt x="3058480" y="34641"/>
                  <a:pt x="3235004" y="0"/>
                </a:cubicBezTo>
                <a:cubicBezTo>
                  <a:pt x="3411528" y="-34641"/>
                  <a:pt x="3560298" y="-17826"/>
                  <a:pt x="3791020" y="0"/>
                </a:cubicBezTo>
                <a:cubicBezTo>
                  <a:pt x="3811638" y="176090"/>
                  <a:pt x="3772753" y="411892"/>
                  <a:pt x="3791020" y="573393"/>
                </a:cubicBezTo>
                <a:cubicBezTo>
                  <a:pt x="3809287" y="734894"/>
                  <a:pt x="3809913" y="999867"/>
                  <a:pt x="3791020" y="1146787"/>
                </a:cubicBezTo>
                <a:cubicBezTo>
                  <a:pt x="3772127" y="1293707"/>
                  <a:pt x="3777314" y="1581449"/>
                  <a:pt x="3791020" y="1720180"/>
                </a:cubicBezTo>
                <a:cubicBezTo>
                  <a:pt x="3804726" y="1858911"/>
                  <a:pt x="3769805" y="2061209"/>
                  <a:pt x="3791020" y="2393294"/>
                </a:cubicBezTo>
                <a:cubicBezTo>
                  <a:pt x="3812235" y="2725379"/>
                  <a:pt x="3755136" y="2809726"/>
                  <a:pt x="3791020" y="3116268"/>
                </a:cubicBezTo>
                <a:cubicBezTo>
                  <a:pt x="3826904" y="3422810"/>
                  <a:pt x="3787107" y="3608271"/>
                  <a:pt x="3791020" y="3739522"/>
                </a:cubicBezTo>
                <a:cubicBezTo>
                  <a:pt x="3794933" y="3870773"/>
                  <a:pt x="3804155" y="4108389"/>
                  <a:pt x="3791020" y="4213195"/>
                </a:cubicBezTo>
                <a:cubicBezTo>
                  <a:pt x="3777885" y="4318001"/>
                  <a:pt x="3754639" y="4677137"/>
                  <a:pt x="3791020" y="4986029"/>
                </a:cubicBezTo>
                <a:cubicBezTo>
                  <a:pt x="3556283" y="4972223"/>
                  <a:pt x="3342683" y="4971369"/>
                  <a:pt x="3121273" y="4986029"/>
                </a:cubicBezTo>
                <a:cubicBezTo>
                  <a:pt x="2899863" y="5000689"/>
                  <a:pt x="2717058" y="4980761"/>
                  <a:pt x="2565257" y="4986029"/>
                </a:cubicBezTo>
                <a:cubicBezTo>
                  <a:pt x="2413456" y="4991297"/>
                  <a:pt x="2108803" y="4969965"/>
                  <a:pt x="1895510" y="4986029"/>
                </a:cubicBezTo>
                <a:cubicBezTo>
                  <a:pt x="1682217" y="5002093"/>
                  <a:pt x="1438601" y="4983698"/>
                  <a:pt x="1301584" y="4986029"/>
                </a:cubicBezTo>
                <a:cubicBezTo>
                  <a:pt x="1164567" y="4988360"/>
                  <a:pt x="916673" y="4984564"/>
                  <a:pt x="631837" y="4986029"/>
                </a:cubicBezTo>
                <a:cubicBezTo>
                  <a:pt x="347001" y="4987494"/>
                  <a:pt x="227953" y="4974351"/>
                  <a:pt x="0" y="4986029"/>
                </a:cubicBezTo>
                <a:cubicBezTo>
                  <a:pt x="7737" y="4830932"/>
                  <a:pt x="26833" y="4648231"/>
                  <a:pt x="0" y="4412636"/>
                </a:cubicBezTo>
                <a:cubicBezTo>
                  <a:pt x="-26833" y="4177041"/>
                  <a:pt x="9809" y="4129198"/>
                  <a:pt x="0" y="3938963"/>
                </a:cubicBezTo>
                <a:cubicBezTo>
                  <a:pt x="-9809" y="3748728"/>
                  <a:pt x="-17085" y="3522348"/>
                  <a:pt x="0" y="3265849"/>
                </a:cubicBezTo>
                <a:cubicBezTo>
                  <a:pt x="17085" y="3009350"/>
                  <a:pt x="13981" y="2950821"/>
                  <a:pt x="0" y="2742316"/>
                </a:cubicBezTo>
                <a:cubicBezTo>
                  <a:pt x="-13981" y="2533811"/>
                  <a:pt x="3231" y="2288472"/>
                  <a:pt x="0" y="2019342"/>
                </a:cubicBezTo>
                <a:cubicBezTo>
                  <a:pt x="-3231" y="1750212"/>
                  <a:pt x="-11448" y="1517133"/>
                  <a:pt x="0" y="1296368"/>
                </a:cubicBezTo>
                <a:cubicBezTo>
                  <a:pt x="11448" y="1075603"/>
                  <a:pt x="-18108" y="920732"/>
                  <a:pt x="0" y="623254"/>
                </a:cubicBezTo>
                <a:cubicBezTo>
                  <a:pt x="18108" y="325776"/>
                  <a:pt x="24126" y="234473"/>
                  <a:pt x="0" y="0"/>
                </a:cubicBezTo>
                <a:close/>
              </a:path>
              <a:path w="3791020" h="4986029" stroke="0" extrusionOk="0">
                <a:moveTo>
                  <a:pt x="0" y="0"/>
                </a:moveTo>
                <a:cubicBezTo>
                  <a:pt x="250277" y="27699"/>
                  <a:pt x="370678" y="5875"/>
                  <a:pt x="669747" y="0"/>
                </a:cubicBezTo>
                <a:cubicBezTo>
                  <a:pt x="968816" y="-5875"/>
                  <a:pt x="1046106" y="25302"/>
                  <a:pt x="1301584" y="0"/>
                </a:cubicBezTo>
                <a:cubicBezTo>
                  <a:pt x="1557062" y="-25302"/>
                  <a:pt x="1762770" y="-28405"/>
                  <a:pt x="1895510" y="0"/>
                </a:cubicBezTo>
                <a:cubicBezTo>
                  <a:pt x="2028250" y="28405"/>
                  <a:pt x="2279481" y="20033"/>
                  <a:pt x="2413616" y="0"/>
                </a:cubicBezTo>
                <a:cubicBezTo>
                  <a:pt x="2547751" y="-20033"/>
                  <a:pt x="2760784" y="26629"/>
                  <a:pt x="2969632" y="0"/>
                </a:cubicBezTo>
                <a:cubicBezTo>
                  <a:pt x="3178480" y="-26629"/>
                  <a:pt x="3462637" y="24027"/>
                  <a:pt x="3791020" y="0"/>
                </a:cubicBezTo>
                <a:cubicBezTo>
                  <a:pt x="3812957" y="218136"/>
                  <a:pt x="3778042" y="467090"/>
                  <a:pt x="3791020" y="623254"/>
                </a:cubicBezTo>
                <a:cubicBezTo>
                  <a:pt x="3803998" y="779418"/>
                  <a:pt x="3784152" y="909830"/>
                  <a:pt x="3791020" y="1096926"/>
                </a:cubicBezTo>
                <a:cubicBezTo>
                  <a:pt x="3797888" y="1284022"/>
                  <a:pt x="3766187" y="1456188"/>
                  <a:pt x="3791020" y="1620459"/>
                </a:cubicBezTo>
                <a:cubicBezTo>
                  <a:pt x="3815853" y="1784730"/>
                  <a:pt x="3820454" y="2032416"/>
                  <a:pt x="3791020" y="2293573"/>
                </a:cubicBezTo>
                <a:cubicBezTo>
                  <a:pt x="3761586" y="2554730"/>
                  <a:pt x="3817851" y="2695689"/>
                  <a:pt x="3791020" y="2866967"/>
                </a:cubicBezTo>
                <a:cubicBezTo>
                  <a:pt x="3764189" y="3038245"/>
                  <a:pt x="3783909" y="3238647"/>
                  <a:pt x="3791020" y="3540081"/>
                </a:cubicBezTo>
                <a:cubicBezTo>
                  <a:pt x="3798131" y="3841515"/>
                  <a:pt x="3805765" y="4054712"/>
                  <a:pt x="3791020" y="4213195"/>
                </a:cubicBezTo>
                <a:cubicBezTo>
                  <a:pt x="3776275" y="4371678"/>
                  <a:pt x="3779317" y="4686810"/>
                  <a:pt x="3791020" y="4986029"/>
                </a:cubicBezTo>
                <a:cubicBezTo>
                  <a:pt x="3658606" y="4993585"/>
                  <a:pt x="3410583" y="4981402"/>
                  <a:pt x="3272914" y="4986029"/>
                </a:cubicBezTo>
                <a:cubicBezTo>
                  <a:pt x="3135245" y="4990656"/>
                  <a:pt x="2956344" y="4965581"/>
                  <a:pt x="2754808" y="4986029"/>
                </a:cubicBezTo>
                <a:cubicBezTo>
                  <a:pt x="2553272" y="5006477"/>
                  <a:pt x="2397946" y="4966747"/>
                  <a:pt x="2122971" y="4986029"/>
                </a:cubicBezTo>
                <a:cubicBezTo>
                  <a:pt x="1847996" y="5005311"/>
                  <a:pt x="1736701" y="4991879"/>
                  <a:pt x="1566955" y="4986029"/>
                </a:cubicBezTo>
                <a:cubicBezTo>
                  <a:pt x="1397209" y="4980179"/>
                  <a:pt x="1208775" y="4963340"/>
                  <a:pt x="897208" y="4986029"/>
                </a:cubicBezTo>
                <a:cubicBezTo>
                  <a:pt x="585641" y="5008718"/>
                  <a:pt x="310770" y="4969872"/>
                  <a:pt x="0" y="4986029"/>
                </a:cubicBezTo>
                <a:cubicBezTo>
                  <a:pt x="-16316" y="4827280"/>
                  <a:pt x="20340" y="4468240"/>
                  <a:pt x="0" y="4312915"/>
                </a:cubicBezTo>
                <a:cubicBezTo>
                  <a:pt x="-20340" y="4157590"/>
                  <a:pt x="-24593" y="3850622"/>
                  <a:pt x="0" y="3639801"/>
                </a:cubicBezTo>
                <a:cubicBezTo>
                  <a:pt x="24593" y="3428980"/>
                  <a:pt x="8389" y="3335984"/>
                  <a:pt x="0" y="3066408"/>
                </a:cubicBezTo>
                <a:cubicBezTo>
                  <a:pt x="-8389" y="2796832"/>
                  <a:pt x="725" y="2580700"/>
                  <a:pt x="0" y="2393294"/>
                </a:cubicBezTo>
                <a:cubicBezTo>
                  <a:pt x="-725" y="2205888"/>
                  <a:pt x="-22556" y="1829551"/>
                  <a:pt x="0" y="1670320"/>
                </a:cubicBezTo>
                <a:cubicBezTo>
                  <a:pt x="22556" y="1511089"/>
                  <a:pt x="-17698" y="1391182"/>
                  <a:pt x="0" y="1146787"/>
                </a:cubicBezTo>
                <a:cubicBezTo>
                  <a:pt x="17698" y="902392"/>
                  <a:pt x="-34763" y="36219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86528B8E-4D4F-5096-87E9-D80B6BCAAFFA}"/>
              </a:ext>
            </a:extLst>
          </p:cNvPr>
          <p:cNvSpPr/>
          <p:nvPr/>
        </p:nvSpPr>
        <p:spPr>
          <a:xfrm>
            <a:off x="4141463" y="1267765"/>
            <a:ext cx="3697075" cy="4986029"/>
          </a:xfrm>
          <a:custGeom>
            <a:avLst/>
            <a:gdLst>
              <a:gd name="csX0" fmla="*/ 0 w 3697075"/>
              <a:gd name="csY0" fmla="*/ 0 h 4986029"/>
              <a:gd name="csX1" fmla="*/ 690120 w 3697075"/>
              <a:gd name="csY1" fmla="*/ 0 h 4986029"/>
              <a:gd name="csX2" fmla="*/ 1380241 w 3697075"/>
              <a:gd name="csY2" fmla="*/ 0 h 4986029"/>
              <a:gd name="csX3" fmla="*/ 1922478 w 3697075"/>
              <a:gd name="csY3" fmla="*/ 0 h 4986029"/>
              <a:gd name="csX4" fmla="*/ 2464716 w 3697075"/>
              <a:gd name="csY4" fmla="*/ 0 h 4986029"/>
              <a:gd name="csX5" fmla="*/ 3154836 w 3697075"/>
              <a:gd name="csY5" fmla="*/ 0 h 4986029"/>
              <a:gd name="csX6" fmla="*/ 3697074 w 3697075"/>
              <a:gd name="csY6" fmla="*/ 0 h 4986029"/>
              <a:gd name="csX7" fmla="*/ 3697074 w 3697075"/>
              <a:gd name="csY7" fmla="*/ 573393 h 4986029"/>
              <a:gd name="csX8" fmla="*/ 3697074 w 3697075"/>
              <a:gd name="csY8" fmla="*/ 1146787 h 4986029"/>
              <a:gd name="csX9" fmla="*/ 3697074 w 3697075"/>
              <a:gd name="csY9" fmla="*/ 1720180 h 4986029"/>
              <a:gd name="csX10" fmla="*/ 3697074 w 3697075"/>
              <a:gd name="csY10" fmla="*/ 2393294 h 4986029"/>
              <a:gd name="csX11" fmla="*/ 3697074 w 3697075"/>
              <a:gd name="csY11" fmla="*/ 3116268 h 4986029"/>
              <a:gd name="csX12" fmla="*/ 3697074 w 3697075"/>
              <a:gd name="csY12" fmla="*/ 3739522 h 4986029"/>
              <a:gd name="csX13" fmla="*/ 3697074 w 3697075"/>
              <a:gd name="csY13" fmla="*/ 4213195 h 4986029"/>
              <a:gd name="csX14" fmla="*/ 3697074 w 3697075"/>
              <a:gd name="csY14" fmla="*/ 4986029 h 4986029"/>
              <a:gd name="csX15" fmla="*/ 3043924 w 3697075"/>
              <a:gd name="csY15" fmla="*/ 4986029 h 4986029"/>
              <a:gd name="csX16" fmla="*/ 2501687 w 3697075"/>
              <a:gd name="csY16" fmla="*/ 4986029 h 4986029"/>
              <a:gd name="csX17" fmla="*/ 1848537 w 3697075"/>
              <a:gd name="csY17" fmla="*/ 4986029 h 4986029"/>
              <a:gd name="csX18" fmla="*/ 1269329 w 3697075"/>
              <a:gd name="csY18" fmla="*/ 4986029 h 4986029"/>
              <a:gd name="csX19" fmla="*/ 616179 w 3697075"/>
              <a:gd name="csY19" fmla="*/ 4986029 h 4986029"/>
              <a:gd name="csX20" fmla="*/ 0 w 3697075"/>
              <a:gd name="csY20" fmla="*/ 4986029 h 4986029"/>
              <a:gd name="csX21" fmla="*/ 0 w 3697075"/>
              <a:gd name="csY21" fmla="*/ 4412636 h 4986029"/>
              <a:gd name="csX22" fmla="*/ 0 w 3697075"/>
              <a:gd name="csY22" fmla="*/ 3938963 h 4986029"/>
              <a:gd name="csX23" fmla="*/ 0 w 3697075"/>
              <a:gd name="csY23" fmla="*/ 3265849 h 4986029"/>
              <a:gd name="csX24" fmla="*/ 0 w 3697075"/>
              <a:gd name="csY24" fmla="*/ 2742316 h 4986029"/>
              <a:gd name="csX25" fmla="*/ 0 w 3697075"/>
              <a:gd name="csY25" fmla="*/ 2019342 h 4986029"/>
              <a:gd name="csX26" fmla="*/ 0 w 3697075"/>
              <a:gd name="csY26" fmla="*/ 1296368 h 4986029"/>
              <a:gd name="csX27" fmla="*/ 0 w 3697075"/>
              <a:gd name="csY27" fmla="*/ 623254 h 4986029"/>
              <a:gd name="csX28" fmla="*/ 0 w 3697075"/>
              <a:gd name="csY28" fmla="*/ 0 h 4986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3697075" h="4986029" fill="none" extrusionOk="0">
                <a:moveTo>
                  <a:pt x="0" y="0"/>
                </a:moveTo>
                <a:cubicBezTo>
                  <a:pt x="154680" y="7169"/>
                  <a:pt x="441020" y="1588"/>
                  <a:pt x="690120" y="0"/>
                </a:cubicBezTo>
                <a:cubicBezTo>
                  <a:pt x="939220" y="-1588"/>
                  <a:pt x="1146866" y="24838"/>
                  <a:pt x="1380241" y="0"/>
                </a:cubicBezTo>
                <a:cubicBezTo>
                  <a:pt x="1613616" y="-24838"/>
                  <a:pt x="1715202" y="-24823"/>
                  <a:pt x="1922478" y="0"/>
                </a:cubicBezTo>
                <a:cubicBezTo>
                  <a:pt x="2129754" y="24823"/>
                  <a:pt x="2282755" y="23791"/>
                  <a:pt x="2464716" y="0"/>
                </a:cubicBezTo>
                <a:cubicBezTo>
                  <a:pt x="2646677" y="-23791"/>
                  <a:pt x="2956766" y="9468"/>
                  <a:pt x="3154836" y="0"/>
                </a:cubicBezTo>
                <a:cubicBezTo>
                  <a:pt x="3352906" y="-9468"/>
                  <a:pt x="3486263" y="5224"/>
                  <a:pt x="3697074" y="0"/>
                </a:cubicBezTo>
                <a:cubicBezTo>
                  <a:pt x="3717692" y="176090"/>
                  <a:pt x="3678807" y="411892"/>
                  <a:pt x="3697074" y="573393"/>
                </a:cubicBezTo>
                <a:cubicBezTo>
                  <a:pt x="3715341" y="734894"/>
                  <a:pt x="3715967" y="999867"/>
                  <a:pt x="3697074" y="1146787"/>
                </a:cubicBezTo>
                <a:cubicBezTo>
                  <a:pt x="3678181" y="1293707"/>
                  <a:pt x="3683368" y="1581449"/>
                  <a:pt x="3697074" y="1720180"/>
                </a:cubicBezTo>
                <a:cubicBezTo>
                  <a:pt x="3710780" y="1858911"/>
                  <a:pt x="3675859" y="2061209"/>
                  <a:pt x="3697074" y="2393294"/>
                </a:cubicBezTo>
                <a:cubicBezTo>
                  <a:pt x="3718289" y="2725379"/>
                  <a:pt x="3661190" y="2809726"/>
                  <a:pt x="3697074" y="3116268"/>
                </a:cubicBezTo>
                <a:cubicBezTo>
                  <a:pt x="3732958" y="3422810"/>
                  <a:pt x="3693161" y="3608271"/>
                  <a:pt x="3697074" y="3739522"/>
                </a:cubicBezTo>
                <a:cubicBezTo>
                  <a:pt x="3700987" y="3870773"/>
                  <a:pt x="3710209" y="4108389"/>
                  <a:pt x="3697074" y="4213195"/>
                </a:cubicBezTo>
                <a:cubicBezTo>
                  <a:pt x="3683939" y="4318001"/>
                  <a:pt x="3660693" y="4677137"/>
                  <a:pt x="3697074" y="4986029"/>
                </a:cubicBezTo>
                <a:cubicBezTo>
                  <a:pt x="3371823" y="4958886"/>
                  <a:pt x="3253386" y="4976301"/>
                  <a:pt x="3043924" y="4986029"/>
                </a:cubicBezTo>
                <a:cubicBezTo>
                  <a:pt x="2834462" y="4995758"/>
                  <a:pt x="2689925" y="4990372"/>
                  <a:pt x="2501687" y="4986029"/>
                </a:cubicBezTo>
                <a:cubicBezTo>
                  <a:pt x="2313449" y="4981686"/>
                  <a:pt x="2169974" y="4957828"/>
                  <a:pt x="1848537" y="4986029"/>
                </a:cubicBezTo>
                <a:cubicBezTo>
                  <a:pt x="1527100" y="5014231"/>
                  <a:pt x="1557562" y="4983739"/>
                  <a:pt x="1269329" y="4986029"/>
                </a:cubicBezTo>
                <a:cubicBezTo>
                  <a:pt x="981096" y="4988319"/>
                  <a:pt x="765406" y="4976343"/>
                  <a:pt x="616179" y="4986029"/>
                </a:cubicBezTo>
                <a:cubicBezTo>
                  <a:pt x="466952" y="4995716"/>
                  <a:pt x="274999" y="4979256"/>
                  <a:pt x="0" y="4986029"/>
                </a:cubicBezTo>
                <a:cubicBezTo>
                  <a:pt x="7737" y="4830932"/>
                  <a:pt x="26833" y="4648231"/>
                  <a:pt x="0" y="4412636"/>
                </a:cubicBezTo>
                <a:cubicBezTo>
                  <a:pt x="-26833" y="4177041"/>
                  <a:pt x="9809" y="4129198"/>
                  <a:pt x="0" y="3938963"/>
                </a:cubicBezTo>
                <a:cubicBezTo>
                  <a:pt x="-9809" y="3748728"/>
                  <a:pt x="-17085" y="3522348"/>
                  <a:pt x="0" y="3265849"/>
                </a:cubicBezTo>
                <a:cubicBezTo>
                  <a:pt x="17085" y="3009350"/>
                  <a:pt x="13981" y="2950821"/>
                  <a:pt x="0" y="2742316"/>
                </a:cubicBezTo>
                <a:cubicBezTo>
                  <a:pt x="-13981" y="2533811"/>
                  <a:pt x="3231" y="2288472"/>
                  <a:pt x="0" y="2019342"/>
                </a:cubicBezTo>
                <a:cubicBezTo>
                  <a:pt x="-3231" y="1750212"/>
                  <a:pt x="-11448" y="1517133"/>
                  <a:pt x="0" y="1296368"/>
                </a:cubicBezTo>
                <a:cubicBezTo>
                  <a:pt x="11448" y="1075603"/>
                  <a:pt x="-18108" y="920732"/>
                  <a:pt x="0" y="623254"/>
                </a:cubicBezTo>
                <a:cubicBezTo>
                  <a:pt x="18108" y="325776"/>
                  <a:pt x="24126" y="234473"/>
                  <a:pt x="0" y="0"/>
                </a:cubicBezTo>
                <a:close/>
              </a:path>
              <a:path w="3697075" h="4986029" stroke="0" extrusionOk="0">
                <a:moveTo>
                  <a:pt x="0" y="0"/>
                </a:moveTo>
                <a:cubicBezTo>
                  <a:pt x="134871" y="-4280"/>
                  <a:pt x="344400" y="-5083"/>
                  <a:pt x="653150" y="0"/>
                </a:cubicBezTo>
                <a:cubicBezTo>
                  <a:pt x="961900" y="5083"/>
                  <a:pt x="1086407" y="24249"/>
                  <a:pt x="1269329" y="0"/>
                </a:cubicBezTo>
                <a:cubicBezTo>
                  <a:pt x="1452251" y="-24249"/>
                  <a:pt x="1664723" y="3095"/>
                  <a:pt x="1848537" y="0"/>
                </a:cubicBezTo>
                <a:cubicBezTo>
                  <a:pt x="2032351" y="-3095"/>
                  <a:pt x="2251197" y="6376"/>
                  <a:pt x="2353804" y="0"/>
                </a:cubicBezTo>
                <a:cubicBezTo>
                  <a:pt x="2456411" y="-6376"/>
                  <a:pt x="2709159" y="-6566"/>
                  <a:pt x="2896041" y="0"/>
                </a:cubicBezTo>
                <a:cubicBezTo>
                  <a:pt x="3082923" y="6566"/>
                  <a:pt x="3514341" y="-31169"/>
                  <a:pt x="3697074" y="0"/>
                </a:cubicBezTo>
                <a:cubicBezTo>
                  <a:pt x="3719011" y="218136"/>
                  <a:pt x="3684096" y="467090"/>
                  <a:pt x="3697074" y="623254"/>
                </a:cubicBezTo>
                <a:cubicBezTo>
                  <a:pt x="3710052" y="779418"/>
                  <a:pt x="3690206" y="909830"/>
                  <a:pt x="3697074" y="1096926"/>
                </a:cubicBezTo>
                <a:cubicBezTo>
                  <a:pt x="3703942" y="1284022"/>
                  <a:pt x="3672241" y="1456188"/>
                  <a:pt x="3697074" y="1620459"/>
                </a:cubicBezTo>
                <a:cubicBezTo>
                  <a:pt x="3721907" y="1784730"/>
                  <a:pt x="3726508" y="2032416"/>
                  <a:pt x="3697074" y="2293573"/>
                </a:cubicBezTo>
                <a:cubicBezTo>
                  <a:pt x="3667640" y="2554730"/>
                  <a:pt x="3723905" y="2695689"/>
                  <a:pt x="3697074" y="2866967"/>
                </a:cubicBezTo>
                <a:cubicBezTo>
                  <a:pt x="3670243" y="3038245"/>
                  <a:pt x="3689963" y="3238647"/>
                  <a:pt x="3697074" y="3540081"/>
                </a:cubicBezTo>
                <a:cubicBezTo>
                  <a:pt x="3704185" y="3841515"/>
                  <a:pt x="3711819" y="4054712"/>
                  <a:pt x="3697074" y="4213195"/>
                </a:cubicBezTo>
                <a:cubicBezTo>
                  <a:pt x="3682329" y="4371678"/>
                  <a:pt x="3685371" y="4686810"/>
                  <a:pt x="3697074" y="4986029"/>
                </a:cubicBezTo>
                <a:cubicBezTo>
                  <a:pt x="3546821" y="4990353"/>
                  <a:pt x="3353785" y="4990770"/>
                  <a:pt x="3191807" y="4986029"/>
                </a:cubicBezTo>
                <a:cubicBezTo>
                  <a:pt x="3029829" y="4981288"/>
                  <a:pt x="2900807" y="4991835"/>
                  <a:pt x="2686540" y="4986029"/>
                </a:cubicBezTo>
                <a:cubicBezTo>
                  <a:pt x="2472273" y="4980223"/>
                  <a:pt x="2237190" y="5009850"/>
                  <a:pt x="2070361" y="4986029"/>
                </a:cubicBezTo>
                <a:cubicBezTo>
                  <a:pt x="1903532" y="4962208"/>
                  <a:pt x="1715508" y="4984878"/>
                  <a:pt x="1528124" y="4986029"/>
                </a:cubicBezTo>
                <a:cubicBezTo>
                  <a:pt x="1340740" y="4987180"/>
                  <a:pt x="1060250" y="4985697"/>
                  <a:pt x="874974" y="4986029"/>
                </a:cubicBezTo>
                <a:cubicBezTo>
                  <a:pt x="689698" y="4986362"/>
                  <a:pt x="179003" y="4998320"/>
                  <a:pt x="0" y="4986029"/>
                </a:cubicBezTo>
                <a:cubicBezTo>
                  <a:pt x="-16316" y="4827280"/>
                  <a:pt x="20340" y="4468240"/>
                  <a:pt x="0" y="4312915"/>
                </a:cubicBezTo>
                <a:cubicBezTo>
                  <a:pt x="-20340" y="4157590"/>
                  <a:pt x="-24593" y="3850622"/>
                  <a:pt x="0" y="3639801"/>
                </a:cubicBezTo>
                <a:cubicBezTo>
                  <a:pt x="24593" y="3428980"/>
                  <a:pt x="8389" y="3335984"/>
                  <a:pt x="0" y="3066408"/>
                </a:cubicBezTo>
                <a:cubicBezTo>
                  <a:pt x="-8389" y="2796832"/>
                  <a:pt x="725" y="2580700"/>
                  <a:pt x="0" y="2393294"/>
                </a:cubicBezTo>
                <a:cubicBezTo>
                  <a:pt x="-725" y="2205888"/>
                  <a:pt x="-22556" y="1829551"/>
                  <a:pt x="0" y="1670320"/>
                </a:cubicBezTo>
                <a:cubicBezTo>
                  <a:pt x="22556" y="1511089"/>
                  <a:pt x="-17698" y="1391182"/>
                  <a:pt x="0" y="1146787"/>
                </a:cubicBezTo>
                <a:cubicBezTo>
                  <a:pt x="17698" y="902392"/>
                  <a:pt x="-34763" y="36219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8" name="Freeform 3">
            <a:extLst>
              <a:ext uri="{FF2B5EF4-FFF2-40B4-BE49-F238E27FC236}">
                <a16:creationId xmlns:a16="http://schemas.microsoft.com/office/drawing/2014/main" id="{B2DA5E55-B16F-DED3-03A0-C981FF033AA3}"/>
              </a:ext>
            </a:extLst>
          </p:cNvPr>
          <p:cNvSpPr/>
          <p:nvPr/>
        </p:nvSpPr>
        <p:spPr>
          <a:xfrm>
            <a:off x="253177" y="1267765"/>
            <a:ext cx="3655321" cy="4986029"/>
          </a:xfrm>
          <a:custGeom>
            <a:avLst/>
            <a:gdLst>
              <a:gd name="csX0" fmla="*/ 0 w 3655321"/>
              <a:gd name="csY0" fmla="*/ 0 h 4986029"/>
              <a:gd name="csX1" fmla="*/ 682327 w 3655321"/>
              <a:gd name="csY1" fmla="*/ 0 h 4986029"/>
              <a:gd name="csX2" fmla="*/ 1364653 w 3655321"/>
              <a:gd name="csY2" fmla="*/ 0 h 4986029"/>
              <a:gd name="csX3" fmla="*/ 1900767 w 3655321"/>
              <a:gd name="csY3" fmla="*/ 0 h 4986029"/>
              <a:gd name="csX4" fmla="*/ 2436881 w 3655321"/>
              <a:gd name="csY4" fmla="*/ 0 h 4986029"/>
              <a:gd name="csX5" fmla="*/ 3119207 w 3655321"/>
              <a:gd name="csY5" fmla="*/ 0 h 4986029"/>
              <a:gd name="csX6" fmla="*/ 3655321 w 3655321"/>
              <a:gd name="csY6" fmla="*/ 0 h 4986029"/>
              <a:gd name="csX7" fmla="*/ 3655321 w 3655321"/>
              <a:gd name="csY7" fmla="*/ 573393 h 4986029"/>
              <a:gd name="csX8" fmla="*/ 3655321 w 3655321"/>
              <a:gd name="csY8" fmla="*/ 1146787 h 4986029"/>
              <a:gd name="csX9" fmla="*/ 3655321 w 3655321"/>
              <a:gd name="csY9" fmla="*/ 1720180 h 4986029"/>
              <a:gd name="csX10" fmla="*/ 3655321 w 3655321"/>
              <a:gd name="csY10" fmla="*/ 2393294 h 4986029"/>
              <a:gd name="csX11" fmla="*/ 3655321 w 3655321"/>
              <a:gd name="csY11" fmla="*/ 3116268 h 4986029"/>
              <a:gd name="csX12" fmla="*/ 3655321 w 3655321"/>
              <a:gd name="csY12" fmla="*/ 3739522 h 4986029"/>
              <a:gd name="csX13" fmla="*/ 3655321 w 3655321"/>
              <a:gd name="csY13" fmla="*/ 4213195 h 4986029"/>
              <a:gd name="csX14" fmla="*/ 3655321 w 3655321"/>
              <a:gd name="csY14" fmla="*/ 4986029 h 4986029"/>
              <a:gd name="csX15" fmla="*/ 3009548 w 3655321"/>
              <a:gd name="csY15" fmla="*/ 4986029 h 4986029"/>
              <a:gd name="csX16" fmla="*/ 2473434 w 3655321"/>
              <a:gd name="csY16" fmla="*/ 4986029 h 4986029"/>
              <a:gd name="csX17" fmla="*/ 1827661 w 3655321"/>
              <a:gd name="csY17" fmla="*/ 4986029 h 4986029"/>
              <a:gd name="csX18" fmla="*/ 1254994 w 3655321"/>
              <a:gd name="csY18" fmla="*/ 4986029 h 4986029"/>
              <a:gd name="csX19" fmla="*/ 609220 w 3655321"/>
              <a:gd name="csY19" fmla="*/ 4986029 h 4986029"/>
              <a:gd name="csX20" fmla="*/ 0 w 3655321"/>
              <a:gd name="csY20" fmla="*/ 4986029 h 4986029"/>
              <a:gd name="csX21" fmla="*/ 0 w 3655321"/>
              <a:gd name="csY21" fmla="*/ 4412636 h 4986029"/>
              <a:gd name="csX22" fmla="*/ 0 w 3655321"/>
              <a:gd name="csY22" fmla="*/ 3938963 h 4986029"/>
              <a:gd name="csX23" fmla="*/ 0 w 3655321"/>
              <a:gd name="csY23" fmla="*/ 3265849 h 4986029"/>
              <a:gd name="csX24" fmla="*/ 0 w 3655321"/>
              <a:gd name="csY24" fmla="*/ 2742316 h 4986029"/>
              <a:gd name="csX25" fmla="*/ 0 w 3655321"/>
              <a:gd name="csY25" fmla="*/ 2019342 h 4986029"/>
              <a:gd name="csX26" fmla="*/ 0 w 3655321"/>
              <a:gd name="csY26" fmla="*/ 1296368 h 4986029"/>
              <a:gd name="csX27" fmla="*/ 0 w 3655321"/>
              <a:gd name="csY27" fmla="*/ 623254 h 4986029"/>
              <a:gd name="csX28" fmla="*/ 0 w 3655321"/>
              <a:gd name="csY28" fmla="*/ 0 h 498602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</a:cxnLst>
            <a:rect l="l" t="t" r="r" b="b"/>
            <a:pathLst>
              <a:path w="3655321" h="4986029" fill="none" extrusionOk="0">
                <a:moveTo>
                  <a:pt x="0" y="0"/>
                </a:moveTo>
                <a:cubicBezTo>
                  <a:pt x="209415" y="11008"/>
                  <a:pt x="416693" y="-9730"/>
                  <a:pt x="682327" y="0"/>
                </a:cubicBezTo>
                <a:cubicBezTo>
                  <a:pt x="947961" y="9730"/>
                  <a:pt x="1063488" y="23719"/>
                  <a:pt x="1364653" y="0"/>
                </a:cubicBezTo>
                <a:cubicBezTo>
                  <a:pt x="1665818" y="-23719"/>
                  <a:pt x="1675530" y="-17119"/>
                  <a:pt x="1900767" y="0"/>
                </a:cubicBezTo>
                <a:cubicBezTo>
                  <a:pt x="2126004" y="17119"/>
                  <a:pt x="2270886" y="10170"/>
                  <a:pt x="2436881" y="0"/>
                </a:cubicBezTo>
                <a:cubicBezTo>
                  <a:pt x="2602876" y="-10170"/>
                  <a:pt x="2973924" y="-30387"/>
                  <a:pt x="3119207" y="0"/>
                </a:cubicBezTo>
                <a:cubicBezTo>
                  <a:pt x="3264490" y="30387"/>
                  <a:pt x="3440442" y="5861"/>
                  <a:pt x="3655321" y="0"/>
                </a:cubicBezTo>
                <a:cubicBezTo>
                  <a:pt x="3675939" y="176090"/>
                  <a:pt x="3637054" y="411892"/>
                  <a:pt x="3655321" y="573393"/>
                </a:cubicBezTo>
                <a:cubicBezTo>
                  <a:pt x="3673588" y="734894"/>
                  <a:pt x="3674214" y="999867"/>
                  <a:pt x="3655321" y="1146787"/>
                </a:cubicBezTo>
                <a:cubicBezTo>
                  <a:pt x="3636428" y="1293707"/>
                  <a:pt x="3641615" y="1581449"/>
                  <a:pt x="3655321" y="1720180"/>
                </a:cubicBezTo>
                <a:cubicBezTo>
                  <a:pt x="3669027" y="1858911"/>
                  <a:pt x="3634106" y="2061209"/>
                  <a:pt x="3655321" y="2393294"/>
                </a:cubicBezTo>
                <a:cubicBezTo>
                  <a:pt x="3676536" y="2725379"/>
                  <a:pt x="3619437" y="2809726"/>
                  <a:pt x="3655321" y="3116268"/>
                </a:cubicBezTo>
                <a:cubicBezTo>
                  <a:pt x="3691205" y="3422810"/>
                  <a:pt x="3651408" y="3608271"/>
                  <a:pt x="3655321" y="3739522"/>
                </a:cubicBezTo>
                <a:cubicBezTo>
                  <a:pt x="3659234" y="3870773"/>
                  <a:pt x="3668456" y="4108389"/>
                  <a:pt x="3655321" y="4213195"/>
                </a:cubicBezTo>
                <a:cubicBezTo>
                  <a:pt x="3642186" y="4318001"/>
                  <a:pt x="3618940" y="4677137"/>
                  <a:pt x="3655321" y="4986029"/>
                </a:cubicBezTo>
                <a:cubicBezTo>
                  <a:pt x="3475883" y="4962430"/>
                  <a:pt x="3258416" y="5005648"/>
                  <a:pt x="3009548" y="4986029"/>
                </a:cubicBezTo>
                <a:cubicBezTo>
                  <a:pt x="2760680" y="4966410"/>
                  <a:pt x="2717169" y="4994193"/>
                  <a:pt x="2473434" y="4986029"/>
                </a:cubicBezTo>
                <a:cubicBezTo>
                  <a:pt x="2229699" y="4977865"/>
                  <a:pt x="1984211" y="4976819"/>
                  <a:pt x="1827661" y="4986029"/>
                </a:cubicBezTo>
                <a:cubicBezTo>
                  <a:pt x="1671111" y="4995239"/>
                  <a:pt x="1439792" y="4961795"/>
                  <a:pt x="1254994" y="4986029"/>
                </a:cubicBezTo>
                <a:cubicBezTo>
                  <a:pt x="1070196" y="5010263"/>
                  <a:pt x="800023" y="5002291"/>
                  <a:pt x="609220" y="4986029"/>
                </a:cubicBezTo>
                <a:cubicBezTo>
                  <a:pt x="418417" y="4969767"/>
                  <a:pt x="268847" y="4973360"/>
                  <a:pt x="0" y="4986029"/>
                </a:cubicBezTo>
                <a:cubicBezTo>
                  <a:pt x="7737" y="4830932"/>
                  <a:pt x="26833" y="4648231"/>
                  <a:pt x="0" y="4412636"/>
                </a:cubicBezTo>
                <a:cubicBezTo>
                  <a:pt x="-26833" y="4177041"/>
                  <a:pt x="9809" y="4129198"/>
                  <a:pt x="0" y="3938963"/>
                </a:cubicBezTo>
                <a:cubicBezTo>
                  <a:pt x="-9809" y="3748728"/>
                  <a:pt x="-17085" y="3522348"/>
                  <a:pt x="0" y="3265849"/>
                </a:cubicBezTo>
                <a:cubicBezTo>
                  <a:pt x="17085" y="3009350"/>
                  <a:pt x="13981" y="2950821"/>
                  <a:pt x="0" y="2742316"/>
                </a:cubicBezTo>
                <a:cubicBezTo>
                  <a:pt x="-13981" y="2533811"/>
                  <a:pt x="3231" y="2288472"/>
                  <a:pt x="0" y="2019342"/>
                </a:cubicBezTo>
                <a:cubicBezTo>
                  <a:pt x="-3231" y="1750212"/>
                  <a:pt x="-11448" y="1517133"/>
                  <a:pt x="0" y="1296368"/>
                </a:cubicBezTo>
                <a:cubicBezTo>
                  <a:pt x="11448" y="1075603"/>
                  <a:pt x="-18108" y="920732"/>
                  <a:pt x="0" y="623254"/>
                </a:cubicBezTo>
                <a:cubicBezTo>
                  <a:pt x="18108" y="325776"/>
                  <a:pt x="24126" y="234473"/>
                  <a:pt x="0" y="0"/>
                </a:cubicBezTo>
                <a:close/>
              </a:path>
              <a:path w="3655321" h="4986029" stroke="0" extrusionOk="0">
                <a:moveTo>
                  <a:pt x="0" y="0"/>
                </a:moveTo>
                <a:cubicBezTo>
                  <a:pt x="141876" y="-7983"/>
                  <a:pt x="493396" y="-13153"/>
                  <a:pt x="645773" y="0"/>
                </a:cubicBezTo>
                <a:cubicBezTo>
                  <a:pt x="798150" y="13153"/>
                  <a:pt x="1113870" y="6847"/>
                  <a:pt x="1254994" y="0"/>
                </a:cubicBezTo>
                <a:cubicBezTo>
                  <a:pt x="1396118" y="-6847"/>
                  <a:pt x="1583846" y="-5649"/>
                  <a:pt x="1827661" y="0"/>
                </a:cubicBezTo>
                <a:cubicBezTo>
                  <a:pt x="2071476" y="5649"/>
                  <a:pt x="2204899" y="-14767"/>
                  <a:pt x="2327221" y="0"/>
                </a:cubicBezTo>
                <a:cubicBezTo>
                  <a:pt x="2449543" y="14767"/>
                  <a:pt x="2599503" y="-7908"/>
                  <a:pt x="2863335" y="0"/>
                </a:cubicBezTo>
                <a:cubicBezTo>
                  <a:pt x="3127167" y="7908"/>
                  <a:pt x="3294028" y="-1592"/>
                  <a:pt x="3655321" y="0"/>
                </a:cubicBezTo>
                <a:cubicBezTo>
                  <a:pt x="3677258" y="218136"/>
                  <a:pt x="3642343" y="467090"/>
                  <a:pt x="3655321" y="623254"/>
                </a:cubicBezTo>
                <a:cubicBezTo>
                  <a:pt x="3668299" y="779418"/>
                  <a:pt x="3648453" y="909830"/>
                  <a:pt x="3655321" y="1096926"/>
                </a:cubicBezTo>
                <a:cubicBezTo>
                  <a:pt x="3662189" y="1284022"/>
                  <a:pt x="3630488" y="1456188"/>
                  <a:pt x="3655321" y="1620459"/>
                </a:cubicBezTo>
                <a:cubicBezTo>
                  <a:pt x="3680154" y="1784730"/>
                  <a:pt x="3684755" y="2032416"/>
                  <a:pt x="3655321" y="2293573"/>
                </a:cubicBezTo>
                <a:cubicBezTo>
                  <a:pt x="3625887" y="2554730"/>
                  <a:pt x="3682152" y="2695689"/>
                  <a:pt x="3655321" y="2866967"/>
                </a:cubicBezTo>
                <a:cubicBezTo>
                  <a:pt x="3628490" y="3038245"/>
                  <a:pt x="3648210" y="3238647"/>
                  <a:pt x="3655321" y="3540081"/>
                </a:cubicBezTo>
                <a:cubicBezTo>
                  <a:pt x="3662432" y="3841515"/>
                  <a:pt x="3670066" y="4054712"/>
                  <a:pt x="3655321" y="4213195"/>
                </a:cubicBezTo>
                <a:cubicBezTo>
                  <a:pt x="3640576" y="4371678"/>
                  <a:pt x="3643618" y="4686810"/>
                  <a:pt x="3655321" y="4986029"/>
                </a:cubicBezTo>
                <a:cubicBezTo>
                  <a:pt x="3516254" y="4974483"/>
                  <a:pt x="3292678" y="4969239"/>
                  <a:pt x="3155760" y="4986029"/>
                </a:cubicBezTo>
                <a:cubicBezTo>
                  <a:pt x="3018842" y="5002819"/>
                  <a:pt x="2760128" y="4993577"/>
                  <a:pt x="2656200" y="4986029"/>
                </a:cubicBezTo>
                <a:cubicBezTo>
                  <a:pt x="2552272" y="4978481"/>
                  <a:pt x="2301453" y="5016176"/>
                  <a:pt x="2046980" y="4986029"/>
                </a:cubicBezTo>
                <a:cubicBezTo>
                  <a:pt x="1792507" y="4955882"/>
                  <a:pt x="1756495" y="4996812"/>
                  <a:pt x="1510866" y="4986029"/>
                </a:cubicBezTo>
                <a:cubicBezTo>
                  <a:pt x="1265237" y="4975246"/>
                  <a:pt x="1095201" y="4998657"/>
                  <a:pt x="865093" y="4986029"/>
                </a:cubicBezTo>
                <a:cubicBezTo>
                  <a:pt x="634985" y="4973401"/>
                  <a:pt x="227164" y="5018435"/>
                  <a:pt x="0" y="4986029"/>
                </a:cubicBezTo>
                <a:cubicBezTo>
                  <a:pt x="-16316" y="4827280"/>
                  <a:pt x="20340" y="4468240"/>
                  <a:pt x="0" y="4312915"/>
                </a:cubicBezTo>
                <a:cubicBezTo>
                  <a:pt x="-20340" y="4157590"/>
                  <a:pt x="-24593" y="3850622"/>
                  <a:pt x="0" y="3639801"/>
                </a:cubicBezTo>
                <a:cubicBezTo>
                  <a:pt x="24593" y="3428980"/>
                  <a:pt x="8389" y="3335984"/>
                  <a:pt x="0" y="3066408"/>
                </a:cubicBezTo>
                <a:cubicBezTo>
                  <a:pt x="-8389" y="2796832"/>
                  <a:pt x="725" y="2580700"/>
                  <a:pt x="0" y="2393294"/>
                </a:cubicBezTo>
                <a:cubicBezTo>
                  <a:pt x="-725" y="2205888"/>
                  <a:pt x="-22556" y="1829551"/>
                  <a:pt x="0" y="1670320"/>
                </a:cubicBezTo>
                <a:cubicBezTo>
                  <a:pt x="22556" y="1511089"/>
                  <a:pt x="-17698" y="1391182"/>
                  <a:pt x="0" y="1146787"/>
                </a:cubicBezTo>
                <a:cubicBezTo>
                  <a:pt x="17698" y="902392"/>
                  <a:pt x="-34763" y="362196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605A5E0B-683F-EDCF-2EA7-359092BF3AE7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09829BDB-1028-49AA-BD2E-141046195B84}"/>
              </a:ext>
            </a:extLst>
          </p:cNvPr>
          <p:cNvSpPr txBox="1"/>
          <p:nvPr/>
        </p:nvSpPr>
        <p:spPr>
          <a:xfrm>
            <a:off x="2382363" y="128950"/>
            <a:ext cx="7421936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solidFill>
                  <a:srgbClr val="F5EBDA"/>
                </a:solidFill>
              </a:rPr>
              <a:t>PROJETO FRUTIFICAR AMAZÔNIA –</a:t>
            </a:r>
            <a:r>
              <a:rPr lang="pt-BR" sz="2400">
                <a:solidFill>
                  <a:srgbClr val="F5EBDA"/>
                </a:solidFill>
              </a:rPr>
              <a:t> COMPONENTES</a:t>
            </a: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63ABC718-4C14-BD39-BCC6-F31EB3883E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4" name="Freeform 5">
            <a:extLst>
              <a:ext uri="{FF2B5EF4-FFF2-40B4-BE49-F238E27FC236}">
                <a16:creationId xmlns:a16="http://schemas.microsoft.com/office/drawing/2014/main" id="{8488EC1B-BA13-03B7-E17B-1405ADEA5465}"/>
              </a:ext>
            </a:extLst>
          </p:cNvPr>
          <p:cNvSpPr/>
          <p:nvPr/>
        </p:nvSpPr>
        <p:spPr>
          <a:xfrm>
            <a:off x="897669" y="1535593"/>
            <a:ext cx="688250" cy="689116"/>
          </a:xfrm>
          <a:custGeom>
            <a:avLst/>
            <a:gdLst/>
            <a:ahLst/>
            <a:cxnLst/>
            <a:rect l="l" t="t" r="r" b="b"/>
            <a:pathLst>
              <a:path w="1103950" h="1103950">
                <a:moveTo>
                  <a:pt x="0" y="0"/>
                </a:moveTo>
                <a:lnTo>
                  <a:pt x="1103950" y="0"/>
                </a:lnTo>
                <a:lnTo>
                  <a:pt x="1103950" y="1103950"/>
                </a:lnTo>
                <a:lnTo>
                  <a:pt x="0" y="1103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000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EDDBB3EB-582D-C1EB-2D0C-7CAC5AFD3A54}"/>
              </a:ext>
            </a:extLst>
          </p:cNvPr>
          <p:cNvSpPr/>
          <p:nvPr/>
        </p:nvSpPr>
        <p:spPr>
          <a:xfrm>
            <a:off x="4320477" y="1676510"/>
            <a:ext cx="635002" cy="465439"/>
          </a:xfrm>
          <a:custGeom>
            <a:avLst/>
            <a:gdLst/>
            <a:ahLst/>
            <a:cxnLst/>
            <a:rect l="l" t="t" r="r" b="b"/>
            <a:pathLst>
              <a:path w="1222564" h="1042513">
                <a:moveTo>
                  <a:pt x="0" y="0"/>
                </a:moveTo>
                <a:lnTo>
                  <a:pt x="1222564" y="0"/>
                </a:lnTo>
                <a:lnTo>
                  <a:pt x="1222564" y="1042513"/>
                </a:lnTo>
                <a:lnTo>
                  <a:pt x="0" y="1042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90AEA2F3-82C5-8198-AF34-11DB37E01F47}"/>
              </a:ext>
            </a:extLst>
          </p:cNvPr>
          <p:cNvSpPr/>
          <p:nvPr/>
        </p:nvSpPr>
        <p:spPr>
          <a:xfrm>
            <a:off x="8360494" y="1587785"/>
            <a:ext cx="611329" cy="508498"/>
          </a:xfrm>
          <a:custGeom>
            <a:avLst/>
            <a:gdLst/>
            <a:ahLst/>
            <a:cxnLst/>
            <a:rect l="l" t="t" r="r" b="b"/>
            <a:pathLst>
              <a:path w="1256040" h="1042513">
                <a:moveTo>
                  <a:pt x="0" y="0"/>
                </a:moveTo>
                <a:lnTo>
                  <a:pt x="1256040" y="0"/>
                </a:lnTo>
                <a:lnTo>
                  <a:pt x="1256040" y="1042513"/>
                </a:lnTo>
                <a:lnTo>
                  <a:pt x="0" y="1042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7AFF405-13BA-46AB-81A1-7219BE490A1B}"/>
              </a:ext>
            </a:extLst>
          </p:cNvPr>
          <p:cNvSpPr txBox="1"/>
          <p:nvPr/>
        </p:nvSpPr>
        <p:spPr>
          <a:xfrm>
            <a:off x="1577264" y="1637125"/>
            <a:ext cx="165703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000" b="1" noProof="0" dirty="0">
                <a:solidFill>
                  <a:srgbClr val="004D2D"/>
                </a:solidFill>
                <a:ea typeface="Libertad"/>
                <a:cs typeface="Libertad" panose="01000000000000000000" charset="0"/>
                <a:sym typeface="Libertad"/>
              </a:rPr>
              <a:t>GESTÃO</a:t>
            </a:r>
            <a:endParaRPr lang="en-US" sz="3000" b="1">
              <a:solidFill>
                <a:srgbClr val="004D2D"/>
              </a:solidFill>
              <a:ea typeface="Libertad"/>
              <a:cs typeface="Libertad" panose="01000000000000000000" charset="0"/>
            </a:endParaRPr>
          </a:p>
        </p:txBody>
      </p:sp>
      <p:sp>
        <p:nvSpPr>
          <p:cNvPr id="13" name="TextBox 8">
            <a:extLst>
              <a:ext uri="{FF2B5EF4-FFF2-40B4-BE49-F238E27FC236}">
                <a16:creationId xmlns:a16="http://schemas.microsoft.com/office/drawing/2014/main" id="{CA2944D2-4FE5-B42E-28CF-B267C2774E77}"/>
              </a:ext>
            </a:extLst>
          </p:cNvPr>
          <p:cNvSpPr txBox="1"/>
          <p:nvPr/>
        </p:nvSpPr>
        <p:spPr>
          <a:xfrm>
            <a:off x="5092231" y="1678879"/>
            <a:ext cx="2589211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000" b="1" noProof="0" dirty="0">
                <a:solidFill>
                  <a:srgbClr val="004D2D"/>
                </a:solidFill>
                <a:ea typeface="Libertad"/>
                <a:cs typeface="Libertad" panose="01000000000000000000" charset="0"/>
                <a:sym typeface="Libertad"/>
              </a:rPr>
              <a:t>TRANSVERSAL</a:t>
            </a:r>
            <a:endParaRPr lang="en-US" sz="3000" b="1">
              <a:solidFill>
                <a:srgbClr val="004D2D"/>
              </a:solidFill>
              <a:ea typeface="Libertad"/>
              <a:cs typeface="Libertad" panose="01000000000000000000" charset="0"/>
            </a:endParaRPr>
          </a:p>
        </p:txBody>
      </p:sp>
      <p:sp>
        <p:nvSpPr>
          <p:cNvPr id="16" name="TextBox 8">
            <a:extLst>
              <a:ext uri="{FF2B5EF4-FFF2-40B4-BE49-F238E27FC236}">
                <a16:creationId xmlns:a16="http://schemas.microsoft.com/office/drawing/2014/main" id="{8655515F-E13D-F316-4B00-6F3004BFE08E}"/>
              </a:ext>
            </a:extLst>
          </p:cNvPr>
          <p:cNvSpPr txBox="1"/>
          <p:nvPr/>
        </p:nvSpPr>
        <p:spPr>
          <a:xfrm>
            <a:off x="9090494" y="1626687"/>
            <a:ext cx="2548390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3000" b="1" noProof="0" dirty="0">
                <a:solidFill>
                  <a:srgbClr val="004D2D"/>
                </a:solidFill>
                <a:ea typeface="Libertad"/>
                <a:cs typeface="Libertad" panose="01000000000000000000" charset="0"/>
                <a:sym typeface="Libertad"/>
              </a:rPr>
              <a:t>AGLUTINADAS</a:t>
            </a:r>
            <a:endParaRPr lang="en-US" sz="3000" b="1">
              <a:solidFill>
                <a:srgbClr val="004D2D"/>
              </a:solidFill>
              <a:ea typeface="Libertad"/>
              <a:cs typeface="Libertad" panose="01000000000000000000" charset="0"/>
            </a:endParaRPr>
          </a:p>
        </p:txBody>
      </p:sp>
      <p:sp>
        <p:nvSpPr>
          <p:cNvPr id="30" name="TextBox 8">
            <a:extLst>
              <a:ext uri="{FF2B5EF4-FFF2-40B4-BE49-F238E27FC236}">
                <a16:creationId xmlns:a16="http://schemas.microsoft.com/office/drawing/2014/main" id="{D51B467D-E15A-1087-3F9E-BF609E88949B}"/>
              </a:ext>
            </a:extLst>
          </p:cNvPr>
          <p:cNvSpPr txBox="1"/>
          <p:nvPr/>
        </p:nvSpPr>
        <p:spPr>
          <a:xfrm>
            <a:off x="8281790" y="3288263"/>
            <a:ext cx="3374359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000" noProof="0" dirty="0">
                <a:solidFill>
                  <a:srgbClr val="000000"/>
                </a:solidFill>
                <a:ea typeface="Libertad"/>
                <a:cs typeface="Libertad" panose="01000000000000000000" charset="0"/>
                <a:sym typeface="Libertad"/>
              </a:rPr>
              <a:t>Projetos e execução individuais com metas e produtos próprios.</a:t>
            </a:r>
            <a:endParaRPr lang="pt-BR" dirty="0"/>
          </a:p>
        </p:txBody>
      </p:sp>
      <p:sp>
        <p:nvSpPr>
          <p:cNvPr id="31" name="TextBox 8">
            <a:extLst>
              <a:ext uri="{FF2B5EF4-FFF2-40B4-BE49-F238E27FC236}">
                <a16:creationId xmlns:a16="http://schemas.microsoft.com/office/drawing/2014/main" id="{CEECF8CC-77F3-D017-36AD-55257A1273DD}"/>
              </a:ext>
            </a:extLst>
          </p:cNvPr>
          <p:cNvSpPr txBox="1"/>
          <p:nvPr/>
        </p:nvSpPr>
        <p:spPr>
          <a:xfrm>
            <a:off x="678105" y="2836635"/>
            <a:ext cx="2855050" cy="27699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000" dirty="0">
                <a:solidFill>
                  <a:srgbClr val="000000"/>
                </a:solidFill>
                <a:ea typeface="Libertad"/>
                <a:cs typeface="Libertad" panose="01000000000000000000" charset="0"/>
                <a:sym typeface="Libertad"/>
              </a:rPr>
              <a:t> Administração Geral do Projeto, interlocução e assessoria administrativa às aglutinadas.</a:t>
            </a:r>
            <a:endParaRPr lang="pt-BR" dirty="0"/>
          </a:p>
        </p:txBody>
      </p:sp>
      <p:sp>
        <p:nvSpPr>
          <p:cNvPr id="5" name="TextBox 8">
            <a:extLst>
              <a:ext uri="{FF2B5EF4-FFF2-40B4-BE49-F238E27FC236}">
                <a16:creationId xmlns:a16="http://schemas.microsoft.com/office/drawing/2014/main" id="{0A52C5D8-CA46-7C50-DF25-40BAED94ADC7}"/>
              </a:ext>
            </a:extLst>
          </p:cNvPr>
          <p:cNvSpPr txBox="1"/>
          <p:nvPr/>
        </p:nvSpPr>
        <p:spPr>
          <a:xfrm>
            <a:off x="4492503" y="2495904"/>
            <a:ext cx="3217783" cy="343170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9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- </a:t>
            </a:r>
            <a:r>
              <a:rPr lang="pt-BR" sz="29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Plataforma digital de monitoramento;</a:t>
            </a:r>
            <a:endParaRPr lang="pt-BR" sz="2900" dirty="0"/>
          </a:p>
          <a:p>
            <a:endParaRPr lang="pt-BR" sz="1000" noProof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BR" sz="29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- </a:t>
            </a:r>
            <a:r>
              <a:rPr lang="pt-BR" sz="29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Estratégia de Comunicação e;</a:t>
            </a:r>
            <a:endParaRPr lang="pt-BR" sz="2900" noProof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pt-BR" sz="1000" noProof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r>
              <a:rPr lang="pt-BR" sz="29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- </a:t>
            </a:r>
            <a:r>
              <a:rPr lang="pt-BR" sz="2900" noProof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Consultorias, Estudos, Capacitação e </a:t>
            </a:r>
            <a:r>
              <a:rPr lang="pt-BR" sz="290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Libertad"/>
              </a:rPr>
              <a:t>Articulação.</a:t>
            </a:r>
            <a:endParaRPr lang="pt-BR" sz="2900" noProof="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</p:txBody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64ACB630-F822-C784-EC76-293FC547DCA1}"/>
              </a:ext>
            </a:extLst>
          </p:cNvPr>
          <p:cNvSpPr/>
          <p:nvPr/>
        </p:nvSpPr>
        <p:spPr>
          <a:xfrm flipV="1">
            <a:off x="587202" y="2344629"/>
            <a:ext cx="3039460" cy="24380"/>
          </a:xfrm>
          <a:custGeom>
            <a:avLst/>
            <a:gdLst>
              <a:gd name="csX0" fmla="*/ 0 w 3039460"/>
              <a:gd name="csY0" fmla="*/ 0 h 24380"/>
              <a:gd name="csX1" fmla="*/ 516708 w 3039460"/>
              <a:gd name="csY1" fmla="*/ 0 h 24380"/>
              <a:gd name="csX2" fmla="*/ 1124600 w 3039460"/>
              <a:gd name="csY2" fmla="*/ 0 h 24380"/>
              <a:gd name="csX3" fmla="*/ 1671703 w 3039460"/>
              <a:gd name="csY3" fmla="*/ 0 h 24380"/>
              <a:gd name="csX4" fmla="*/ 2279595 w 3039460"/>
              <a:gd name="csY4" fmla="*/ 0 h 24380"/>
              <a:gd name="csX5" fmla="*/ 3039460 w 3039460"/>
              <a:gd name="csY5" fmla="*/ 0 h 24380"/>
              <a:gd name="csX6" fmla="*/ 3039460 w 3039460"/>
              <a:gd name="csY6" fmla="*/ 24380 h 24380"/>
              <a:gd name="csX7" fmla="*/ 2401173 w 3039460"/>
              <a:gd name="csY7" fmla="*/ 24380 h 24380"/>
              <a:gd name="csX8" fmla="*/ 1762887 w 3039460"/>
              <a:gd name="csY8" fmla="*/ 24380 h 24380"/>
              <a:gd name="csX9" fmla="*/ 1185389 w 3039460"/>
              <a:gd name="csY9" fmla="*/ 24380 h 24380"/>
              <a:gd name="csX10" fmla="*/ 547103 w 3039460"/>
              <a:gd name="csY10" fmla="*/ 24380 h 24380"/>
              <a:gd name="csX11" fmla="*/ 0 w 3039460"/>
              <a:gd name="csY11" fmla="*/ 24380 h 24380"/>
              <a:gd name="csX12" fmla="*/ 0 w 3039460"/>
              <a:gd name="csY12" fmla="*/ 0 h 24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39460" h="24380" fill="none" extrusionOk="0">
                <a:moveTo>
                  <a:pt x="0" y="0"/>
                </a:moveTo>
                <a:cubicBezTo>
                  <a:pt x="130217" y="-9518"/>
                  <a:pt x="312158" y="-4041"/>
                  <a:pt x="516708" y="0"/>
                </a:cubicBezTo>
                <a:cubicBezTo>
                  <a:pt x="721258" y="4041"/>
                  <a:pt x="871974" y="-9743"/>
                  <a:pt x="1124600" y="0"/>
                </a:cubicBezTo>
                <a:cubicBezTo>
                  <a:pt x="1377226" y="9743"/>
                  <a:pt x="1410258" y="6981"/>
                  <a:pt x="1671703" y="0"/>
                </a:cubicBezTo>
                <a:cubicBezTo>
                  <a:pt x="1933148" y="-6981"/>
                  <a:pt x="2000812" y="9019"/>
                  <a:pt x="2279595" y="0"/>
                </a:cubicBezTo>
                <a:cubicBezTo>
                  <a:pt x="2558378" y="-9019"/>
                  <a:pt x="2690300" y="-17424"/>
                  <a:pt x="3039460" y="0"/>
                </a:cubicBezTo>
                <a:cubicBezTo>
                  <a:pt x="3039248" y="5466"/>
                  <a:pt x="3040202" y="13204"/>
                  <a:pt x="3039460" y="24380"/>
                </a:cubicBezTo>
                <a:cubicBezTo>
                  <a:pt x="2741143" y="-3714"/>
                  <a:pt x="2601063" y="11624"/>
                  <a:pt x="2401173" y="24380"/>
                </a:cubicBezTo>
                <a:cubicBezTo>
                  <a:pt x="2201283" y="37136"/>
                  <a:pt x="1925933" y="40212"/>
                  <a:pt x="1762887" y="24380"/>
                </a:cubicBezTo>
                <a:cubicBezTo>
                  <a:pt x="1599841" y="8548"/>
                  <a:pt x="1315912" y="2345"/>
                  <a:pt x="1185389" y="24380"/>
                </a:cubicBezTo>
                <a:cubicBezTo>
                  <a:pt x="1054866" y="46415"/>
                  <a:pt x="731293" y="20841"/>
                  <a:pt x="547103" y="24380"/>
                </a:cubicBezTo>
                <a:cubicBezTo>
                  <a:pt x="362913" y="27919"/>
                  <a:pt x="150958" y="530"/>
                  <a:pt x="0" y="24380"/>
                </a:cubicBezTo>
                <a:cubicBezTo>
                  <a:pt x="1036" y="18486"/>
                  <a:pt x="183" y="9047"/>
                  <a:pt x="0" y="0"/>
                </a:cubicBezTo>
                <a:close/>
              </a:path>
              <a:path w="3039460" h="24380" stroke="0" extrusionOk="0">
                <a:moveTo>
                  <a:pt x="0" y="0"/>
                </a:moveTo>
                <a:cubicBezTo>
                  <a:pt x="162294" y="16838"/>
                  <a:pt x="357222" y="-29534"/>
                  <a:pt x="638287" y="0"/>
                </a:cubicBezTo>
                <a:cubicBezTo>
                  <a:pt x="919352" y="29534"/>
                  <a:pt x="991945" y="-28184"/>
                  <a:pt x="1246179" y="0"/>
                </a:cubicBezTo>
                <a:cubicBezTo>
                  <a:pt x="1500413" y="28184"/>
                  <a:pt x="1627921" y="13867"/>
                  <a:pt x="1823676" y="0"/>
                </a:cubicBezTo>
                <a:cubicBezTo>
                  <a:pt x="2019431" y="-13867"/>
                  <a:pt x="2096179" y="7053"/>
                  <a:pt x="2340384" y="0"/>
                </a:cubicBezTo>
                <a:cubicBezTo>
                  <a:pt x="2584589" y="-7053"/>
                  <a:pt x="2801122" y="-30314"/>
                  <a:pt x="3039460" y="0"/>
                </a:cubicBezTo>
                <a:cubicBezTo>
                  <a:pt x="3038932" y="8570"/>
                  <a:pt x="3038981" y="17078"/>
                  <a:pt x="3039460" y="24380"/>
                </a:cubicBezTo>
                <a:cubicBezTo>
                  <a:pt x="2865830" y="8968"/>
                  <a:pt x="2707580" y="32078"/>
                  <a:pt x="2461963" y="24380"/>
                </a:cubicBezTo>
                <a:cubicBezTo>
                  <a:pt x="2216346" y="16682"/>
                  <a:pt x="2069817" y="28200"/>
                  <a:pt x="1914860" y="24380"/>
                </a:cubicBezTo>
                <a:cubicBezTo>
                  <a:pt x="1759903" y="20560"/>
                  <a:pt x="1445355" y="33793"/>
                  <a:pt x="1276573" y="24380"/>
                </a:cubicBezTo>
                <a:cubicBezTo>
                  <a:pt x="1107791" y="14967"/>
                  <a:pt x="857947" y="9308"/>
                  <a:pt x="729470" y="24380"/>
                </a:cubicBezTo>
                <a:cubicBezTo>
                  <a:pt x="600993" y="39452"/>
                  <a:pt x="337417" y="28056"/>
                  <a:pt x="0" y="24380"/>
                </a:cubicBezTo>
                <a:cubicBezTo>
                  <a:pt x="880" y="13423"/>
                  <a:pt x="-989" y="6793"/>
                  <a:pt x="0" y="0"/>
                </a:cubicBezTo>
                <a:close/>
              </a:path>
            </a:pathLst>
          </a:custGeom>
          <a:solidFill>
            <a:srgbClr val="004D2D"/>
          </a:solidFill>
          <a:ln w="28575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4" name="Freeform 3">
            <a:extLst>
              <a:ext uri="{FF2B5EF4-FFF2-40B4-BE49-F238E27FC236}">
                <a16:creationId xmlns:a16="http://schemas.microsoft.com/office/drawing/2014/main" id="{F0AD811C-8324-4BF4-5523-FD30843DD97F}"/>
              </a:ext>
            </a:extLst>
          </p:cNvPr>
          <p:cNvSpPr/>
          <p:nvPr/>
        </p:nvSpPr>
        <p:spPr>
          <a:xfrm flipV="1">
            <a:off x="4470270" y="2344629"/>
            <a:ext cx="3039460" cy="24380"/>
          </a:xfrm>
          <a:custGeom>
            <a:avLst/>
            <a:gdLst>
              <a:gd name="csX0" fmla="*/ 0 w 3039460"/>
              <a:gd name="csY0" fmla="*/ 0 h 24380"/>
              <a:gd name="csX1" fmla="*/ 516708 w 3039460"/>
              <a:gd name="csY1" fmla="*/ 0 h 24380"/>
              <a:gd name="csX2" fmla="*/ 1124600 w 3039460"/>
              <a:gd name="csY2" fmla="*/ 0 h 24380"/>
              <a:gd name="csX3" fmla="*/ 1671703 w 3039460"/>
              <a:gd name="csY3" fmla="*/ 0 h 24380"/>
              <a:gd name="csX4" fmla="*/ 2279595 w 3039460"/>
              <a:gd name="csY4" fmla="*/ 0 h 24380"/>
              <a:gd name="csX5" fmla="*/ 3039460 w 3039460"/>
              <a:gd name="csY5" fmla="*/ 0 h 24380"/>
              <a:gd name="csX6" fmla="*/ 3039460 w 3039460"/>
              <a:gd name="csY6" fmla="*/ 24380 h 24380"/>
              <a:gd name="csX7" fmla="*/ 2401173 w 3039460"/>
              <a:gd name="csY7" fmla="*/ 24380 h 24380"/>
              <a:gd name="csX8" fmla="*/ 1762887 w 3039460"/>
              <a:gd name="csY8" fmla="*/ 24380 h 24380"/>
              <a:gd name="csX9" fmla="*/ 1185389 w 3039460"/>
              <a:gd name="csY9" fmla="*/ 24380 h 24380"/>
              <a:gd name="csX10" fmla="*/ 547103 w 3039460"/>
              <a:gd name="csY10" fmla="*/ 24380 h 24380"/>
              <a:gd name="csX11" fmla="*/ 0 w 3039460"/>
              <a:gd name="csY11" fmla="*/ 24380 h 24380"/>
              <a:gd name="csX12" fmla="*/ 0 w 3039460"/>
              <a:gd name="csY12" fmla="*/ 0 h 24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39460" h="24380" fill="none" extrusionOk="0">
                <a:moveTo>
                  <a:pt x="0" y="0"/>
                </a:moveTo>
                <a:cubicBezTo>
                  <a:pt x="130217" y="-9518"/>
                  <a:pt x="312158" y="-4041"/>
                  <a:pt x="516708" y="0"/>
                </a:cubicBezTo>
                <a:cubicBezTo>
                  <a:pt x="721258" y="4041"/>
                  <a:pt x="871974" y="-9743"/>
                  <a:pt x="1124600" y="0"/>
                </a:cubicBezTo>
                <a:cubicBezTo>
                  <a:pt x="1377226" y="9743"/>
                  <a:pt x="1410258" y="6981"/>
                  <a:pt x="1671703" y="0"/>
                </a:cubicBezTo>
                <a:cubicBezTo>
                  <a:pt x="1933148" y="-6981"/>
                  <a:pt x="2000812" y="9019"/>
                  <a:pt x="2279595" y="0"/>
                </a:cubicBezTo>
                <a:cubicBezTo>
                  <a:pt x="2558378" y="-9019"/>
                  <a:pt x="2690300" y="-17424"/>
                  <a:pt x="3039460" y="0"/>
                </a:cubicBezTo>
                <a:cubicBezTo>
                  <a:pt x="3039248" y="5466"/>
                  <a:pt x="3040202" y="13204"/>
                  <a:pt x="3039460" y="24380"/>
                </a:cubicBezTo>
                <a:cubicBezTo>
                  <a:pt x="2741143" y="-3714"/>
                  <a:pt x="2601063" y="11624"/>
                  <a:pt x="2401173" y="24380"/>
                </a:cubicBezTo>
                <a:cubicBezTo>
                  <a:pt x="2201283" y="37136"/>
                  <a:pt x="1925933" y="40212"/>
                  <a:pt x="1762887" y="24380"/>
                </a:cubicBezTo>
                <a:cubicBezTo>
                  <a:pt x="1599841" y="8548"/>
                  <a:pt x="1315912" y="2345"/>
                  <a:pt x="1185389" y="24380"/>
                </a:cubicBezTo>
                <a:cubicBezTo>
                  <a:pt x="1054866" y="46415"/>
                  <a:pt x="731293" y="20841"/>
                  <a:pt x="547103" y="24380"/>
                </a:cubicBezTo>
                <a:cubicBezTo>
                  <a:pt x="362913" y="27919"/>
                  <a:pt x="150958" y="530"/>
                  <a:pt x="0" y="24380"/>
                </a:cubicBezTo>
                <a:cubicBezTo>
                  <a:pt x="1036" y="18486"/>
                  <a:pt x="183" y="9047"/>
                  <a:pt x="0" y="0"/>
                </a:cubicBezTo>
                <a:close/>
              </a:path>
              <a:path w="3039460" h="24380" stroke="0" extrusionOk="0">
                <a:moveTo>
                  <a:pt x="0" y="0"/>
                </a:moveTo>
                <a:cubicBezTo>
                  <a:pt x="162294" y="16838"/>
                  <a:pt x="357222" y="-29534"/>
                  <a:pt x="638287" y="0"/>
                </a:cubicBezTo>
                <a:cubicBezTo>
                  <a:pt x="919352" y="29534"/>
                  <a:pt x="991945" y="-28184"/>
                  <a:pt x="1246179" y="0"/>
                </a:cubicBezTo>
                <a:cubicBezTo>
                  <a:pt x="1500413" y="28184"/>
                  <a:pt x="1627921" y="13867"/>
                  <a:pt x="1823676" y="0"/>
                </a:cubicBezTo>
                <a:cubicBezTo>
                  <a:pt x="2019431" y="-13867"/>
                  <a:pt x="2096179" y="7053"/>
                  <a:pt x="2340384" y="0"/>
                </a:cubicBezTo>
                <a:cubicBezTo>
                  <a:pt x="2584589" y="-7053"/>
                  <a:pt x="2801122" y="-30314"/>
                  <a:pt x="3039460" y="0"/>
                </a:cubicBezTo>
                <a:cubicBezTo>
                  <a:pt x="3038932" y="8570"/>
                  <a:pt x="3038981" y="17078"/>
                  <a:pt x="3039460" y="24380"/>
                </a:cubicBezTo>
                <a:cubicBezTo>
                  <a:pt x="2865830" y="8968"/>
                  <a:pt x="2707580" y="32078"/>
                  <a:pt x="2461963" y="24380"/>
                </a:cubicBezTo>
                <a:cubicBezTo>
                  <a:pt x="2216346" y="16682"/>
                  <a:pt x="2069817" y="28200"/>
                  <a:pt x="1914860" y="24380"/>
                </a:cubicBezTo>
                <a:cubicBezTo>
                  <a:pt x="1759903" y="20560"/>
                  <a:pt x="1445355" y="33793"/>
                  <a:pt x="1276573" y="24380"/>
                </a:cubicBezTo>
                <a:cubicBezTo>
                  <a:pt x="1107791" y="14967"/>
                  <a:pt x="857947" y="9308"/>
                  <a:pt x="729470" y="24380"/>
                </a:cubicBezTo>
                <a:cubicBezTo>
                  <a:pt x="600993" y="39452"/>
                  <a:pt x="337417" y="28056"/>
                  <a:pt x="0" y="24380"/>
                </a:cubicBezTo>
                <a:cubicBezTo>
                  <a:pt x="880" y="13423"/>
                  <a:pt x="-989" y="6793"/>
                  <a:pt x="0" y="0"/>
                </a:cubicBezTo>
                <a:close/>
              </a:path>
            </a:pathLst>
          </a:custGeom>
          <a:solidFill>
            <a:srgbClr val="004D2D"/>
          </a:solidFill>
          <a:ln w="28575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5497A141-37A5-52A2-AC3A-BC49F0DB6745}"/>
              </a:ext>
            </a:extLst>
          </p:cNvPr>
          <p:cNvSpPr/>
          <p:nvPr/>
        </p:nvSpPr>
        <p:spPr>
          <a:xfrm flipV="1">
            <a:off x="8457722" y="2344629"/>
            <a:ext cx="3039460" cy="24380"/>
          </a:xfrm>
          <a:custGeom>
            <a:avLst/>
            <a:gdLst>
              <a:gd name="csX0" fmla="*/ 0 w 3039460"/>
              <a:gd name="csY0" fmla="*/ 0 h 24380"/>
              <a:gd name="csX1" fmla="*/ 516708 w 3039460"/>
              <a:gd name="csY1" fmla="*/ 0 h 24380"/>
              <a:gd name="csX2" fmla="*/ 1124600 w 3039460"/>
              <a:gd name="csY2" fmla="*/ 0 h 24380"/>
              <a:gd name="csX3" fmla="*/ 1671703 w 3039460"/>
              <a:gd name="csY3" fmla="*/ 0 h 24380"/>
              <a:gd name="csX4" fmla="*/ 2279595 w 3039460"/>
              <a:gd name="csY4" fmla="*/ 0 h 24380"/>
              <a:gd name="csX5" fmla="*/ 3039460 w 3039460"/>
              <a:gd name="csY5" fmla="*/ 0 h 24380"/>
              <a:gd name="csX6" fmla="*/ 3039460 w 3039460"/>
              <a:gd name="csY6" fmla="*/ 24380 h 24380"/>
              <a:gd name="csX7" fmla="*/ 2401173 w 3039460"/>
              <a:gd name="csY7" fmla="*/ 24380 h 24380"/>
              <a:gd name="csX8" fmla="*/ 1762887 w 3039460"/>
              <a:gd name="csY8" fmla="*/ 24380 h 24380"/>
              <a:gd name="csX9" fmla="*/ 1185389 w 3039460"/>
              <a:gd name="csY9" fmla="*/ 24380 h 24380"/>
              <a:gd name="csX10" fmla="*/ 547103 w 3039460"/>
              <a:gd name="csY10" fmla="*/ 24380 h 24380"/>
              <a:gd name="csX11" fmla="*/ 0 w 3039460"/>
              <a:gd name="csY11" fmla="*/ 24380 h 24380"/>
              <a:gd name="csX12" fmla="*/ 0 w 3039460"/>
              <a:gd name="csY12" fmla="*/ 0 h 2438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039460" h="24380" fill="none" extrusionOk="0">
                <a:moveTo>
                  <a:pt x="0" y="0"/>
                </a:moveTo>
                <a:cubicBezTo>
                  <a:pt x="130217" y="-9518"/>
                  <a:pt x="312158" y="-4041"/>
                  <a:pt x="516708" y="0"/>
                </a:cubicBezTo>
                <a:cubicBezTo>
                  <a:pt x="721258" y="4041"/>
                  <a:pt x="871974" y="-9743"/>
                  <a:pt x="1124600" y="0"/>
                </a:cubicBezTo>
                <a:cubicBezTo>
                  <a:pt x="1377226" y="9743"/>
                  <a:pt x="1410258" y="6981"/>
                  <a:pt x="1671703" y="0"/>
                </a:cubicBezTo>
                <a:cubicBezTo>
                  <a:pt x="1933148" y="-6981"/>
                  <a:pt x="2000812" y="9019"/>
                  <a:pt x="2279595" y="0"/>
                </a:cubicBezTo>
                <a:cubicBezTo>
                  <a:pt x="2558378" y="-9019"/>
                  <a:pt x="2690300" y="-17424"/>
                  <a:pt x="3039460" y="0"/>
                </a:cubicBezTo>
                <a:cubicBezTo>
                  <a:pt x="3039248" y="5466"/>
                  <a:pt x="3040202" y="13204"/>
                  <a:pt x="3039460" y="24380"/>
                </a:cubicBezTo>
                <a:cubicBezTo>
                  <a:pt x="2741143" y="-3714"/>
                  <a:pt x="2601063" y="11624"/>
                  <a:pt x="2401173" y="24380"/>
                </a:cubicBezTo>
                <a:cubicBezTo>
                  <a:pt x="2201283" y="37136"/>
                  <a:pt x="1925933" y="40212"/>
                  <a:pt x="1762887" y="24380"/>
                </a:cubicBezTo>
                <a:cubicBezTo>
                  <a:pt x="1599841" y="8548"/>
                  <a:pt x="1315912" y="2345"/>
                  <a:pt x="1185389" y="24380"/>
                </a:cubicBezTo>
                <a:cubicBezTo>
                  <a:pt x="1054866" y="46415"/>
                  <a:pt x="731293" y="20841"/>
                  <a:pt x="547103" y="24380"/>
                </a:cubicBezTo>
                <a:cubicBezTo>
                  <a:pt x="362913" y="27919"/>
                  <a:pt x="150958" y="530"/>
                  <a:pt x="0" y="24380"/>
                </a:cubicBezTo>
                <a:cubicBezTo>
                  <a:pt x="1036" y="18486"/>
                  <a:pt x="183" y="9047"/>
                  <a:pt x="0" y="0"/>
                </a:cubicBezTo>
                <a:close/>
              </a:path>
              <a:path w="3039460" h="24380" stroke="0" extrusionOk="0">
                <a:moveTo>
                  <a:pt x="0" y="0"/>
                </a:moveTo>
                <a:cubicBezTo>
                  <a:pt x="162294" y="16838"/>
                  <a:pt x="357222" y="-29534"/>
                  <a:pt x="638287" y="0"/>
                </a:cubicBezTo>
                <a:cubicBezTo>
                  <a:pt x="919352" y="29534"/>
                  <a:pt x="991945" y="-28184"/>
                  <a:pt x="1246179" y="0"/>
                </a:cubicBezTo>
                <a:cubicBezTo>
                  <a:pt x="1500413" y="28184"/>
                  <a:pt x="1627921" y="13867"/>
                  <a:pt x="1823676" y="0"/>
                </a:cubicBezTo>
                <a:cubicBezTo>
                  <a:pt x="2019431" y="-13867"/>
                  <a:pt x="2096179" y="7053"/>
                  <a:pt x="2340384" y="0"/>
                </a:cubicBezTo>
                <a:cubicBezTo>
                  <a:pt x="2584589" y="-7053"/>
                  <a:pt x="2801122" y="-30314"/>
                  <a:pt x="3039460" y="0"/>
                </a:cubicBezTo>
                <a:cubicBezTo>
                  <a:pt x="3038932" y="8570"/>
                  <a:pt x="3038981" y="17078"/>
                  <a:pt x="3039460" y="24380"/>
                </a:cubicBezTo>
                <a:cubicBezTo>
                  <a:pt x="2865830" y="8968"/>
                  <a:pt x="2707580" y="32078"/>
                  <a:pt x="2461963" y="24380"/>
                </a:cubicBezTo>
                <a:cubicBezTo>
                  <a:pt x="2216346" y="16682"/>
                  <a:pt x="2069817" y="28200"/>
                  <a:pt x="1914860" y="24380"/>
                </a:cubicBezTo>
                <a:cubicBezTo>
                  <a:pt x="1759903" y="20560"/>
                  <a:pt x="1445355" y="33793"/>
                  <a:pt x="1276573" y="24380"/>
                </a:cubicBezTo>
                <a:cubicBezTo>
                  <a:pt x="1107791" y="14967"/>
                  <a:pt x="857947" y="9308"/>
                  <a:pt x="729470" y="24380"/>
                </a:cubicBezTo>
                <a:cubicBezTo>
                  <a:pt x="600993" y="39452"/>
                  <a:pt x="337417" y="28056"/>
                  <a:pt x="0" y="24380"/>
                </a:cubicBezTo>
                <a:cubicBezTo>
                  <a:pt x="880" y="13423"/>
                  <a:pt x="-989" y="6793"/>
                  <a:pt x="0" y="0"/>
                </a:cubicBezTo>
                <a:close/>
              </a:path>
            </a:pathLst>
          </a:custGeom>
          <a:solidFill>
            <a:srgbClr val="004D2D"/>
          </a:solidFill>
          <a:ln w="28575" cap="sq">
            <a:solidFill>
              <a:srgbClr val="004D2D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274864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87C41-0A67-B769-50B2-84FD705010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 3">
            <a:extLst>
              <a:ext uri="{FF2B5EF4-FFF2-40B4-BE49-F238E27FC236}">
                <a16:creationId xmlns:a16="http://schemas.microsoft.com/office/drawing/2014/main" id="{5F4CD882-860E-4E40-98F2-6B51549FB1F6}"/>
              </a:ext>
            </a:extLst>
          </p:cNvPr>
          <p:cNvSpPr/>
          <p:nvPr/>
        </p:nvSpPr>
        <p:spPr>
          <a:xfrm>
            <a:off x="743780" y="2238533"/>
            <a:ext cx="10669895" cy="4234468"/>
          </a:xfrm>
          <a:custGeom>
            <a:avLst/>
            <a:gdLst>
              <a:gd name="csX0" fmla="*/ 0 w 10669895"/>
              <a:gd name="csY0" fmla="*/ 0 h 4234468"/>
              <a:gd name="csX1" fmla="*/ 453471 w 10669895"/>
              <a:gd name="csY1" fmla="*/ 0 h 4234468"/>
              <a:gd name="csX2" fmla="*/ 906941 w 10669895"/>
              <a:gd name="csY2" fmla="*/ 0 h 4234468"/>
              <a:gd name="csX3" fmla="*/ 1787207 w 10669895"/>
              <a:gd name="csY3" fmla="*/ 0 h 4234468"/>
              <a:gd name="csX4" fmla="*/ 2667474 w 10669895"/>
              <a:gd name="csY4" fmla="*/ 0 h 4234468"/>
              <a:gd name="csX5" fmla="*/ 3441041 w 10669895"/>
              <a:gd name="csY5" fmla="*/ 0 h 4234468"/>
              <a:gd name="csX6" fmla="*/ 4001211 w 10669895"/>
              <a:gd name="csY6" fmla="*/ 0 h 4234468"/>
              <a:gd name="csX7" fmla="*/ 4561380 w 10669895"/>
              <a:gd name="csY7" fmla="*/ 0 h 4234468"/>
              <a:gd name="csX8" fmla="*/ 5441646 w 10669895"/>
              <a:gd name="csY8" fmla="*/ 0 h 4234468"/>
              <a:gd name="csX9" fmla="*/ 5788418 w 10669895"/>
              <a:gd name="csY9" fmla="*/ 0 h 4234468"/>
              <a:gd name="csX10" fmla="*/ 6561985 w 10669895"/>
              <a:gd name="csY10" fmla="*/ 0 h 4234468"/>
              <a:gd name="csX11" fmla="*/ 7228854 w 10669895"/>
              <a:gd name="csY11" fmla="*/ 0 h 4234468"/>
              <a:gd name="csX12" fmla="*/ 8002421 w 10669895"/>
              <a:gd name="csY12" fmla="*/ 0 h 4234468"/>
              <a:gd name="csX13" fmla="*/ 8349193 w 10669895"/>
              <a:gd name="csY13" fmla="*/ 0 h 4234468"/>
              <a:gd name="csX14" fmla="*/ 9122760 w 10669895"/>
              <a:gd name="csY14" fmla="*/ 0 h 4234468"/>
              <a:gd name="csX15" fmla="*/ 9789629 w 10669895"/>
              <a:gd name="csY15" fmla="*/ 0 h 4234468"/>
              <a:gd name="csX16" fmla="*/ 10669895 w 10669895"/>
              <a:gd name="csY16" fmla="*/ 0 h 4234468"/>
              <a:gd name="csX17" fmla="*/ 10669895 w 10669895"/>
              <a:gd name="csY17" fmla="*/ 477890 h 4234468"/>
              <a:gd name="csX18" fmla="*/ 10669895 w 10669895"/>
              <a:gd name="csY18" fmla="*/ 955780 h 4234468"/>
              <a:gd name="csX19" fmla="*/ 10669895 w 10669895"/>
              <a:gd name="csY19" fmla="*/ 1518359 h 4234468"/>
              <a:gd name="csX20" fmla="*/ 10669895 w 10669895"/>
              <a:gd name="csY20" fmla="*/ 2207973 h 4234468"/>
              <a:gd name="csX21" fmla="*/ 10669895 w 10669895"/>
              <a:gd name="csY21" fmla="*/ 2855241 h 4234468"/>
              <a:gd name="csX22" fmla="*/ 10669895 w 10669895"/>
              <a:gd name="csY22" fmla="*/ 3417821 h 4234468"/>
              <a:gd name="csX23" fmla="*/ 10669895 w 10669895"/>
              <a:gd name="csY23" fmla="*/ 4234468 h 4234468"/>
              <a:gd name="csX24" fmla="*/ 9789629 w 10669895"/>
              <a:gd name="csY24" fmla="*/ 4234468 h 4234468"/>
              <a:gd name="csX25" fmla="*/ 9442857 w 10669895"/>
              <a:gd name="csY25" fmla="*/ 4234468 h 4234468"/>
              <a:gd name="csX26" fmla="*/ 8562591 w 10669895"/>
              <a:gd name="csY26" fmla="*/ 4234468 h 4234468"/>
              <a:gd name="csX27" fmla="*/ 7895722 w 10669895"/>
              <a:gd name="csY27" fmla="*/ 4234468 h 4234468"/>
              <a:gd name="csX28" fmla="*/ 7015456 w 10669895"/>
              <a:gd name="csY28" fmla="*/ 4234468 h 4234468"/>
              <a:gd name="csX29" fmla="*/ 6561985 w 10669895"/>
              <a:gd name="csY29" fmla="*/ 4234468 h 4234468"/>
              <a:gd name="csX30" fmla="*/ 5681719 w 10669895"/>
              <a:gd name="csY30" fmla="*/ 4234468 h 4234468"/>
              <a:gd name="csX31" fmla="*/ 4801453 w 10669895"/>
              <a:gd name="csY31" fmla="*/ 4234468 h 4234468"/>
              <a:gd name="csX32" fmla="*/ 3921186 w 10669895"/>
              <a:gd name="csY32" fmla="*/ 4234468 h 4234468"/>
              <a:gd name="csX33" fmla="*/ 3574415 w 10669895"/>
              <a:gd name="csY33" fmla="*/ 4234468 h 4234468"/>
              <a:gd name="csX34" fmla="*/ 3227643 w 10669895"/>
              <a:gd name="csY34" fmla="*/ 4234468 h 4234468"/>
              <a:gd name="csX35" fmla="*/ 2347377 w 10669895"/>
              <a:gd name="csY35" fmla="*/ 4234468 h 4234468"/>
              <a:gd name="csX36" fmla="*/ 1680508 w 10669895"/>
              <a:gd name="csY36" fmla="*/ 4234468 h 4234468"/>
              <a:gd name="csX37" fmla="*/ 1013640 w 10669895"/>
              <a:gd name="csY37" fmla="*/ 4234468 h 4234468"/>
              <a:gd name="csX38" fmla="*/ 0 w 10669895"/>
              <a:gd name="csY38" fmla="*/ 4234468 h 4234468"/>
              <a:gd name="csX39" fmla="*/ 0 w 10669895"/>
              <a:gd name="csY39" fmla="*/ 3544855 h 4234468"/>
              <a:gd name="csX40" fmla="*/ 0 w 10669895"/>
              <a:gd name="csY40" fmla="*/ 2855241 h 4234468"/>
              <a:gd name="csX41" fmla="*/ 0 w 10669895"/>
              <a:gd name="csY41" fmla="*/ 2377351 h 4234468"/>
              <a:gd name="csX42" fmla="*/ 0 w 10669895"/>
              <a:gd name="csY42" fmla="*/ 1772427 h 4234468"/>
              <a:gd name="csX43" fmla="*/ 0 w 10669895"/>
              <a:gd name="csY43" fmla="*/ 1252193 h 4234468"/>
              <a:gd name="csX44" fmla="*/ 0 w 10669895"/>
              <a:gd name="csY44" fmla="*/ 774303 h 4234468"/>
              <a:gd name="csX45" fmla="*/ 0 w 10669895"/>
              <a:gd name="csY45" fmla="*/ 0 h 423446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</a:cxnLst>
            <a:rect l="l" t="t" r="r" b="b"/>
            <a:pathLst>
              <a:path w="10669895" h="4234468" fill="none" extrusionOk="0">
                <a:moveTo>
                  <a:pt x="0" y="0"/>
                </a:moveTo>
                <a:cubicBezTo>
                  <a:pt x="129975" y="-1439"/>
                  <a:pt x="229592" y="-8844"/>
                  <a:pt x="453471" y="0"/>
                </a:cubicBezTo>
                <a:cubicBezTo>
                  <a:pt x="677350" y="8844"/>
                  <a:pt x="711528" y="1704"/>
                  <a:pt x="906941" y="0"/>
                </a:cubicBezTo>
                <a:cubicBezTo>
                  <a:pt x="1102354" y="-1704"/>
                  <a:pt x="1425051" y="9637"/>
                  <a:pt x="1787207" y="0"/>
                </a:cubicBezTo>
                <a:cubicBezTo>
                  <a:pt x="2149363" y="-9637"/>
                  <a:pt x="2477566" y="-36141"/>
                  <a:pt x="2667474" y="0"/>
                </a:cubicBezTo>
                <a:cubicBezTo>
                  <a:pt x="2857382" y="36141"/>
                  <a:pt x="3117347" y="28844"/>
                  <a:pt x="3441041" y="0"/>
                </a:cubicBezTo>
                <a:cubicBezTo>
                  <a:pt x="3764735" y="-28844"/>
                  <a:pt x="3740353" y="4773"/>
                  <a:pt x="4001211" y="0"/>
                </a:cubicBezTo>
                <a:cubicBezTo>
                  <a:pt x="4262069" y="-4773"/>
                  <a:pt x="4335930" y="16782"/>
                  <a:pt x="4561380" y="0"/>
                </a:cubicBezTo>
                <a:cubicBezTo>
                  <a:pt x="4786830" y="-16782"/>
                  <a:pt x="5104626" y="37599"/>
                  <a:pt x="5441646" y="0"/>
                </a:cubicBezTo>
                <a:cubicBezTo>
                  <a:pt x="5778666" y="-37599"/>
                  <a:pt x="5619171" y="14330"/>
                  <a:pt x="5788418" y="0"/>
                </a:cubicBezTo>
                <a:cubicBezTo>
                  <a:pt x="5957665" y="-14330"/>
                  <a:pt x="6405572" y="8993"/>
                  <a:pt x="6561985" y="0"/>
                </a:cubicBezTo>
                <a:cubicBezTo>
                  <a:pt x="6718398" y="-8993"/>
                  <a:pt x="6931211" y="-8160"/>
                  <a:pt x="7228854" y="0"/>
                </a:cubicBezTo>
                <a:cubicBezTo>
                  <a:pt x="7526497" y="8160"/>
                  <a:pt x="7733100" y="-29524"/>
                  <a:pt x="8002421" y="0"/>
                </a:cubicBezTo>
                <a:cubicBezTo>
                  <a:pt x="8271742" y="29524"/>
                  <a:pt x="8278591" y="5561"/>
                  <a:pt x="8349193" y="0"/>
                </a:cubicBezTo>
                <a:cubicBezTo>
                  <a:pt x="8419795" y="-5561"/>
                  <a:pt x="8833852" y="2144"/>
                  <a:pt x="9122760" y="0"/>
                </a:cubicBezTo>
                <a:cubicBezTo>
                  <a:pt x="9411668" y="-2144"/>
                  <a:pt x="9550974" y="30566"/>
                  <a:pt x="9789629" y="0"/>
                </a:cubicBezTo>
                <a:cubicBezTo>
                  <a:pt x="10028284" y="-30566"/>
                  <a:pt x="10230674" y="-16180"/>
                  <a:pt x="10669895" y="0"/>
                </a:cubicBezTo>
                <a:cubicBezTo>
                  <a:pt x="10686470" y="113806"/>
                  <a:pt x="10648941" y="298848"/>
                  <a:pt x="10669895" y="477890"/>
                </a:cubicBezTo>
                <a:cubicBezTo>
                  <a:pt x="10690850" y="656932"/>
                  <a:pt x="10690208" y="726380"/>
                  <a:pt x="10669895" y="955780"/>
                </a:cubicBezTo>
                <a:cubicBezTo>
                  <a:pt x="10649583" y="1185180"/>
                  <a:pt x="10677083" y="1388522"/>
                  <a:pt x="10669895" y="1518359"/>
                </a:cubicBezTo>
                <a:cubicBezTo>
                  <a:pt x="10662707" y="1648196"/>
                  <a:pt x="10695031" y="2049656"/>
                  <a:pt x="10669895" y="2207973"/>
                </a:cubicBezTo>
                <a:cubicBezTo>
                  <a:pt x="10644759" y="2366290"/>
                  <a:pt x="10652955" y="2589997"/>
                  <a:pt x="10669895" y="2855241"/>
                </a:cubicBezTo>
                <a:cubicBezTo>
                  <a:pt x="10686835" y="3120485"/>
                  <a:pt x="10668457" y="3283503"/>
                  <a:pt x="10669895" y="3417821"/>
                </a:cubicBezTo>
                <a:cubicBezTo>
                  <a:pt x="10671333" y="3552139"/>
                  <a:pt x="10643091" y="4054921"/>
                  <a:pt x="10669895" y="4234468"/>
                </a:cubicBezTo>
                <a:cubicBezTo>
                  <a:pt x="10439153" y="4229939"/>
                  <a:pt x="9984196" y="4240631"/>
                  <a:pt x="9789629" y="4234468"/>
                </a:cubicBezTo>
                <a:cubicBezTo>
                  <a:pt x="9595062" y="4228305"/>
                  <a:pt x="9589401" y="4250722"/>
                  <a:pt x="9442857" y="4234468"/>
                </a:cubicBezTo>
                <a:cubicBezTo>
                  <a:pt x="9296313" y="4218214"/>
                  <a:pt x="8807988" y="4256066"/>
                  <a:pt x="8562591" y="4234468"/>
                </a:cubicBezTo>
                <a:cubicBezTo>
                  <a:pt x="8317194" y="4212870"/>
                  <a:pt x="8101038" y="4231083"/>
                  <a:pt x="7895722" y="4234468"/>
                </a:cubicBezTo>
                <a:cubicBezTo>
                  <a:pt x="7690406" y="4237853"/>
                  <a:pt x="7395796" y="4203244"/>
                  <a:pt x="7015456" y="4234468"/>
                </a:cubicBezTo>
                <a:cubicBezTo>
                  <a:pt x="6635116" y="4265692"/>
                  <a:pt x="6748175" y="4215043"/>
                  <a:pt x="6561985" y="4234468"/>
                </a:cubicBezTo>
                <a:cubicBezTo>
                  <a:pt x="6375795" y="4253893"/>
                  <a:pt x="5989030" y="4211925"/>
                  <a:pt x="5681719" y="4234468"/>
                </a:cubicBezTo>
                <a:cubicBezTo>
                  <a:pt x="5374408" y="4257011"/>
                  <a:pt x="5073158" y="4242809"/>
                  <a:pt x="4801453" y="4234468"/>
                </a:cubicBezTo>
                <a:cubicBezTo>
                  <a:pt x="4529748" y="4226127"/>
                  <a:pt x="4358312" y="4206215"/>
                  <a:pt x="3921186" y="4234468"/>
                </a:cubicBezTo>
                <a:cubicBezTo>
                  <a:pt x="3484060" y="4262721"/>
                  <a:pt x="3731547" y="4217414"/>
                  <a:pt x="3574415" y="4234468"/>
                </a:cubicBezTo>
                <a:cubicBezTo>
                  <a:pt x="3417283" y="4251522"/>
                  <a:pt x="3357183" y="4218477"/>
                  <a:pt x="3227643" y="4234468"/>
                </a:cubicBezTo>
                <a:cubicBezTo>
                  <a:pt x="3098103" y="4250459"/>
                  <a:pt x="2664366" y="4220617"/>
                  <a:pt x="2347377" y="4234468"/>
                </a:cubicBezTo>
                <a:cubicBezTo>
                  <a:pt x="2030388" y="4248319"/>
                  <a:pt x="1957748" y="4201742"/>
                  <a:pt x="1680508" y="4234468"/>
                </a:cubicBezTo>
                <a:cubicBezTo>
                  <a:pt x="1403268" y="4267194"/>
                  <a:pt x="1338270" y="4212838"/>
                  <a:pt x="1013640" y="4234468"/>
                </a:cubicBezTo>
                <a:cubicBezTo>
                  <a:pt x="689010" y="4256098"/>
                  <a:pt x="356264" y="4277555"/>
                  <a:pt x="0" y="4234468"/>
                </a:cubicBezTo>
                <a:cubicBezTo>
                  <a:pt x="-7978" y="3940349"/>
                  <a:pt x="-16457" y="3688545"/>
                  <a:pt x="0" y="3544855"/>
                </a:cubicBezTo>
                <a:cubicBezTo>
                  <a:pt x="16457" y="3401165"/>
                  <a:pt x="7813" y="3041065"/>
                  <a:pt x="0" y="2855241"/>
                </a:cubicBezTo>
                <a:cubicBezTo>
                  <a:pt x="-7813" y="2669417"/>
                  <a:pt x="-14392" y="2488862"/>
                  <a:pt x="0" y="2377351"/>
                </a:cubicBezTo>
                <a:cubicBezTo>
                  <a:pt x="14392" y="2265840"/>
                  <a:pt x="27278" y="2064117"/>
                  <a:pt x="0" y="1772427"/>
                </a:cubicBezTo>
                <a:cubicBezTo>
                  <a:pt x="-27278" y="1480737"/>
                  <a:pt x="15784" y="1456651"/>
                  <a:pt x="0" y="1252193"/>
                </a:cubicBezTo>
                <a:cubicBezTo>
                  <a:pt x="-15784" y="1047735"/>
                  <a:pt x="18311" y="938740"/>
                  <a:pt x="0" y="774303"/>
                </a:cubicBezTo>
                <a:cubicBezTo>
                  <a:pt x="-18311" y="609866"/>
                  <a:pt x="-9880" y="251605"/>
                  <a:pt x="0" y="0"/>
                </a:cubicBezTo>
                <a:close/>
              </a:path>
              <a:path w="10669895" h="4234468" stroke="0" extrusionOk="0">
                <a:moveTo>
                  <a:pt x="0" y="0"/>
                </a:moveTo>
                <a:cubicBezTo>
                  <a:pt x="316903" y="-33758"/>
                  <a:pt x="430980" y="-9682"/>
                  <a:pt x="773567" y="0"/>
                </a:cubicBezTo>
                <a:cubicBezTo>
                  <a:pt x="1116154" y="9682"/>
                  <a:pt x="1136979" y="-15969"/>
                  <a:pt x="1440436" y="0"/>
                </a:cubicBezTo>
                <a:cubicBezTo>
                  <a:pt x="1743893" y="15969"/>
                  <a:pt x="1819709" y="22952"/>
                  <a:pt x="2000605" y="0"/>
                </a:cubicBezTo>
                <a:cubicBezTo>
                  <a:pt x="2181501" y="-22952"/>
                  <a:pt x="2270912" y="-1796"/>
                  <a:pt x="2347377" y="0"/>
                </a:cubicBezTo>
                <a:cubicBezTo>
                  <a:pt x="2423842" y="1796"/>
                  <a:pt x="2605695" y="17620"/>
                  <a:pt x="2800847" y="0"/>
                </a:cubicBezTo>
                <a:cubicBezTo>
                  <a:pt x="2995999" y="-17620"/>
                  <a:pt x="3013358" y="-2496"/>
                  <a:pt x="3147619" y="0"/>
                </a:cubicBezTo>
                <a:cubicBezTo>
                  <a:pt x="3281880" y="2496"/>
                  <a:pt x="3577702" y="-32139"/>
                  <a:pt x="3814487" y="0"/>
                </a:cubicBezTo>
                <a:cubicBezTo>
                  <a:pt x="4051272" y="32139"/>
                  <a:pt x="4471297" y="5248"/>
                  <a:pt x="4694754" y="0"/>
                </a:cubicBezTo>
                <a:cubicBezTo>
                  <a:pt x="4918211" y="-5248"/>
                  <a:pt x="4871706" y="2666"/>
                  <a:pt x="5041525" y="0"/>
                </a:cubicBezTo>
                <a:cubicBezTo>
                  <a:pt x="5211344" y="-2666"/>
                  <a:pt x="5462988" y="-10996"/>
                  <a:pt x="5601695" y="0"/>
                </a:cubicBezTo>
                <a:cubicBezTo>
                  <a:pt x="5740402" y="10996"/>
                  <a:pt x="5845004" y="15682"/>
                  <a:pt x="5948466" y="0"/>
                </a:cubicBezTo>
                <a:cubicBezTo>
                  <a:pt x="6051928" y="-15682"/>
                  <a:pt x="6282687" y="21130"/>
                  <a:pt x="6615335" y="0"/>
                </a:cubicBezTo>
                <a:cubicBezTo>
                  <a:pt x="6947983" y="-21130"/>
                  <a:pt x="7071824" y="-16853"/>
                  <a:pt x="7388902" y="0"/>
                </a:cubicBezTo>
                <a:cubicBezTo>
                  <a:pt x="7705980" y="16853"/>
                  <a:pt x="7617994" y="17558"/>
                  <a:pt x="7842373" y="0"/>
                </a:cubicBezTo>
                <a:cubicBezTo>
                  <a:pt x="8066752" y="-17558"/>
                  <a:pt x="8102932" y="-8846"/>
                  <a:pt x="8189144" y="0"/>
                </a:cubicBezTo>
                <a:cubicBezTo>
                  <a:pt x="8275356" y="8846"/>
                  <a:pt x="8499519" y="-27982"/>
                  <a:pt x="8749314" y="0"/>
                </a:cubicBezTo>
                <a:cubicBezTo>
                  <a:pt x="8999109" y="27982"/>
                  <a:pt x="9170792" y="-14727"/>
                  <a:pt x="9522881" y="0"/>
                </a:cubicBezTo>
                <a:cubicBezTo>
                  <a:pt x="9874970" y="14727"/>
                  <a:pt x="9763867" y="2657"/>
                  <a:pt x="9869653" y="0"/>
                </a:cubicBezTo>
                <a:cubicBezTo>
                  <a:pt x="9975439" y="-2657"/>
                  <a:pt x="10462969" y="18372"/>
                  <a:pt x="10669895" y="0"/>
                </a:cubicBezTo>
                <a:cubicBezTo>
                  <a:pt x="10681879" y="161842"/>
                  <a:pt x="10657088" y="272558"/>
                  <a:pt x="10669895" y="477890"/>
                </a:cubicBezTo>
                <a:cubicBezTo>
                  <a:pt x="10682703" y="683222"/>
                  <a:pt x="10674352" y="931391"/>
                  <a:pt x="10669895" y="1167503"/>
                </a:cubicBezTo>
                <a:cubicBezTo>
                  <a:pt x="10665438" y="1403615"/>
                  <a:pt x="10684577" y="1529327"/>
                  <a:pt x="10669895" y="1645393"/>
                </a:cubicBezTo>
                <a:cubicBezTo>
                  <a:pt x="10655214" y="1761459"/>
                  <a:pt x="10675857" y="1992498"/>
                  <a:pt x="10669895" y="2207973"/>
                </a:cubicBezTo>
                <a:cubicBezTo>
                  <a:pt x="10663933" y="2423448"/>
                  <a:pt x="10675605" y="2668637"/>
                  <a:pt x="10669895" y="2812897"/>
                </a:cubicBezTo>
                <a:cubicBezTo>
                  <a:pt x="10664185" y="2957157"/>
                  <a:pt x="10651458" y="3128856"/>
                  <a:pt x="10669895" y="3290787"/>
                </a:cubicBezTo>
                <a:cubicBezTo>
                  <a:pt x="10688333" y="3452718"/>
                  <a:pt x="10675400" y="3955988"/>
                  <a:pt x="10669895" y="4234468"/>
                </a:cubicBezTo>
                <a:cubicBezTo>
                  <a:pt x="10571630" y="4225632"/>
                  <a:pt x="10469000" y="4221894"/>
                  <a:pt x="10323123" y="4234468"/>
                </a:cubicBezTo>
                <a:cubicBezTo>
                  <a:pt x="10177246" y="4247042"/>
                  <a:pt x="10095259" y="4251422"/>
                  <a:pt x="9976352" y="4234468"/>
                </a:cubicBezTo>
                <a:cubicBezTo>
                  <a:pt x="9857445" y="4217514"/>
                  <a:pt x="9730616" y="4240181"/>
                  <a:pt x="9629580" y="4234468"/>
                </a:cubicBezTo>
                <a:cubicBezTo>
                  <a:pt x="9528544" y="4228755"/>
                  <a:pt x="9224145" y="4196486"/>
                  <a:pt x="8856013" y="4234468"/>
                </a:cubicBezTo>
                <a:cubicBezTo>
                  <a:pt x="8487881" y="4272450"/>
                  <a:pt x="8294613" y="4234192"/>
                  <a:pt x="8082445" y="4234468"/>
                </a:cubicBezTo>
                <a:cubicBezTo>
                  <a:pt x="7870277" y="4234744"/>
                  <a:pt x="7801645" y="4251041"/>
                  <a:pt x="7628975" y="4234468"/>
                </a:cubicBezTo>
                <a:cubicBezTo>
                  <a:pt x="7456305" y="4217896"/>
                  <a:pt x="7255123" y="4220578"/>
                  <a:pt x="6962106" y="4234468"/>
                </a:cubicBezTo>
                <a:cubicBezTo>
                  <a:pt x="6669089" y="4248358"/>
                  <a:pt x="6754421" y="4219668"/>
                  <a:pt x="6615335" y="4234468"/>
                </a:cubicBezTo>
                <a:cubicBezTo>
                  <a:pt x="6476249" y="4249268"/>
                  <a:pt x="6381821" y="4226079"/>
                  <a:pt x="6161864" y="4234468"/>
                </a:cubicBezTo>
                <a:cubicBezTo>
                  <a:pt x="5941907" y="4242857"/>
                  <a:pt x="5587984" y="4225136"/>
                  <a:pt x="5281598" y="4234468"/>
                </a:cubicBezTo>
                <a:cubicBezTo>
                  <a:pt x="4975212" y="4243800"/>
                  <a:pt x="4868170" y="4244831"/>
                  <a:pt x="4721429" y="4234468"/>
                </a:cubicBezTo>
                <a:cubicBezTo>
                  <a:pt x="4574688" y="4224105"/>
                  <a:pt x="4413465" y="4228338"/>
                  <a:pt x="4161259" y="4234468"/>
                </a:cubicBezTo>
                <a:cubicBezTo>
                  <a:pt x="3909053" y="4240599"/>
                  <a:pt x="3660210" y="4202309"/>
                  <a:pt x="3387692" y="4234468"/>
                </a:cubicBezTo>
                <a:cubicBezTo>
                  <a:pt x="3115174" y="4266627"/>
                  <a:pt x="2908138" y="4245157"/>
                  <a:pt x="2507425" y="4234468"/>
                </a:cubicBezTo>
                <a:cubicBezTo>
                  <a:pt x="2106712" y="4223779"/>
                  <a:pt x="2056948" y="4255551"/>
                  <a:pt x="1840557" y="4234468"/>
                </a:cubicBezTo>
                <a:cubicBezTo>
                  <a:pt x="1624166" y="4213385"/>
                  <a:pt x="1608885" y="4240709"/>
                  <a:pt x="1493785" y="4234468"/>
                </a:cubicBezTo>
                <a:cubicBezTo>
                  <a:pt x="1378685" y="4228227"/>
                  <a:pt x="1239358" y="4223946"/>
                  <a:pt x="1147014" y="4234468"/>
                </a:cubicBezTo>
                <a:cubicBezTo>
                  <a:pt x="1054670" y="4244990"/>
                  <a:pt x="234670" y="4200304"/>
                  <a:pt x="0" y="4234468"/>
                </a:cubicBezTo>
                <a:cubicBezTo>
                  <a:pt x="2278" y="4063670"/>
                  <a:pt x="14273" y="3814105"/>
                  <a:pt x="0" y="3629544"/>
                </a:cubicBezTo>
                <a:cubicBezTo>
                  <a:pt x="-14273" y="3444983"/>
                  <a:pt x="21551" y="3149853"/>
                  <a:pt x="0" y="2982275"/>
                </a:cubicBezTo>
                <a:cubicBezTo>
                  <a:pt x="-21551" y="2814697"/>
                  <a:pt x="4682" y="2535576"/>
                  <a:pt x="0" y="2419696"/>
                </a:cubicBezTo>
                <a:cubicBezTo>
                  <a:pt x="-4682" y="2303816"/>
                  <a:pt x="-4977" y="1919316"/>
                  <a:pt x="0" y="1772427"/>
                </a:cubicBezTo>
                <a:cubicBezTo>
                  <a:pt x="4977" y="1625538"/>
                  <a:pt x="-11963" y="1456217"/>
                  <a:pt x="0" y="1252193"/>
                </a:cubicBezTo>
                <a:cubicBezTo>
                  <a:pt x="11963" y="1048169"/>
                  <a:pt x="18168" y="943241"/>
                  <a:pt x="0" y="689613"/>
                </a:cubicBezTo>
                <a:cubicBezTo>
                  <a:pt x="-18168" y="435985"/>
                  <a:pt x="30128" y="338470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chemeClr val="bg1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9C45C15-97CF-9BE3-3BF2-8416EE035A12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91778C81-DF49-4336-DBE3-0A7706727357}"/>
              </a:ext>
            </a:extLst>
          </p:cNvPr>
          <p:cNvSpPr txBox="1"/>
          <p:nvPr/>
        </p:nvSpPr>
        <p:spPr>
          <a:xfrm>
            <a:off x="1390719" y="118512"/>
            <a:ext cx="94052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rgbClr val="F5EBDA"/>
                </a:solidFill>
              </a:rPr>
              <a:t>PROJETO FRUTIFICAR AMAZÔNIA –</a:t>
            </a:r>
            <a:r>
              <a:rPr lang="pt-BR" sz="2400">
                <a:solidFill>
                  <a:srgbClr val="F5EBDA"/>
                </a:solidFill>
              </a:rPr>
              <a:t> PRODUTOS POR COMPONENTE</a:t>
            </a: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8CAC9832-C039-258A-946D-0E857AECC9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6" name="Freeform 5">
            <a:extLst>
              <a:ext uri="{FF2B5EF4-FFF2-40B4-BE49-F238E27FC236}">
                <a16:creationId xmlns:a16="http://schemas.microsoft.com/office/drawing/2014/main" id="{A8C97F42-AAB9-FAC0-707B-C6755D06AEC9}"/>
              </a:ext>
            </a:extLst>
          </p:cNvPr>
          <p:cNvSpPr/>
          <p:nvPr/>
        </p:nvSpPr>
        <p:spPr>
          <a:xfrm>
            <a:off x="979687" y="1320363"/>
            <a:ext cx="688250" cy="689116"/>
          </a:xfrm>
          <a:custGeom>
            <a:avLst/>
            <a:gdLst/>
            <a:ahLst/>
            <a:cxnLst/>
            <a:rect l="l" t="t" r="r" b="b"/>
            <a:pathLst>
              <a:path w="1103950" h="1103950">
                <a:moveTo>
                  <a:pt x="0" y="0"/>
                </a:moveTo>
                <a:lnTo>
                  <a:pt x="1103950" y="0"/>
                </a:lnTo>
                <a:lnTo>
                  <a:pt x="1103950" y="1103950"/>
                </a:lnTo>
                <a:lnTo>
                  <a:pt x="0" y="1103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 sz="3000"/>
          </a:p>
        </p:txBody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D1E8F379-87AA-240A-7887-0CC5C36BA4A7}"/>
              </a:ext>
            </a:extLst>
          </p:cNvPr>
          <p:cNvSpPr txBox="1"/>
          <p:nvPr/>
        </p:nvSpPr>
        <p:spPr>
          <a:xfrm>
            <a:off x="1931611" y="1434090"/>
            <a:ext cx="1844922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b="1" noProof="0" dirty="0">
                <a:solidFill>
                  <a:srgbClr val="004D2D"/>
                </a:solidFill>
                <a:ea typeface="Libertad"/>
                <a:cs typeface="Libertad" panose="01000000000000000000" charset="0"/>
                <a:sym typeface="Libertad"/>
              </a:rPr>
              <a:t>GESTÃO</a:t>
            </a:r>
            <a:endParaRPr lang="en-US" sz="3600" b="1" dirty="0">
              <a:solidFill>
                <a:srgbClr val="004D2D"/>
              </a:solidFill>
              <a:ea typeface="Libertad"/>
              <a:cs typeface="Libertad" panose="01000000000000000000" charset="0"/>
            </a:endParaRP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9255F69A-E841-4562-417B-424E3B8DC1AC}"/>
              </a:ext>
            </a:extLst>
          </p:cNvPr>
          <p:cNvSpPr txBox="1"/>
          <p:nvPr/>
        </p:nvSpPr>
        <p:spPr>
          <a:xfrm>
            <a:off x="1165126" y="2406002"/>
            <a:ext cx="9668148" cy="38158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BR" sz="2800" dirty="0">
                <a:solidFill>
                  <a:srgbClr val="000000"/>
                </a:solidFill>
              </a:rPr>
              <a:t>Gestão administrativo-financeira do projeto;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BR" sz="2800" dirty="0">
                <a:solidFill>
                  <a:srgbClr val="000000"/>
                </a:solidFill>
              </a:rPr>
              <a:t>Execução e acompanhamento técnico do projeto – Amapá;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BR" sz="2800" dirty="0">
                <a:solidFill>
                  <a:srgbClr val="000000"/>
                </a:solidFill>
              </a:rPr>
              <a:t>Execução e acompanhamento técnico do projeto – Transamazônica /Xingu;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BR" sz="2800" dirty="0">
                <a:solidFill>
                  <a:srgbClr val="000000"/>
                </a:solidFill>
              </a:rPr>
              <a:t>Execução e acompanhamento técnico do projeto – Tapajós;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pt-BR" sz="2800" dirty="0">
                <a:solidFill>
                  <a:srgbClr val="000000"/>
                </a:solidFill>
              </a:rPr>
              <a:t>Execução técnica do projeto – Belém.</a:t>
            </a:r>
          </a:p>
        </p:txBody>
      </p:sp>
    </p:spTree>
    <p:extLst>
      <p:ext uri="{BB962C8B-B14F-4D97-AF65-F5344CB8AC3E}">
        <p14:creationId xmlns:p14="http://schemas.microsoft.com/office/powerpoint/2010/main" val="30868520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65B9F8-11C3-9ECC-EB47-A88515944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>
            <a:extLst>
              <a:ext uri="{FF2B5EF4-FFF2-40B4-BE49-F238E27FC236}">
                <a16:creationId xmlns:a16="http://schemas.microsoft.com/office/drawing/2014/main" id="{5AE0E8B9-29B1-3D05-6716-168A3187B7EC}"/>
              </a:ext>
            </a:extLst>
          </p:cNvPr>
          <p:cNvSpPr/>
          <p:nvPr/>
        </p:nvSpPr>
        <p:spPr>
          <a:xfrm>
            <a:off x="5994272" y="1998452"/>
            <a:ext cx="5784743" cy="4599808"/>
          </a:xfrm>
          <a:custGeom>
            <a:avLst/>
            <a:gdLst>
              <a:gd name="csX0" fmla="*/ 0 w 5784743"/>
              <a:gd name="csY0" fmla="*/ 0 h 4599808"/>
              <a:gd name="csX1" fmla="*/ 469207 w 5784743"/>
              <a:gd name="csY1" fmla="*/ 0 h 4599808"/>
              <a:gd name="csX2" fmla="*/ 1054109 w 5784743"/>
              <a:gd name="csY2" fmla="*/ 0 h 4599808"/>
              <a:gd name="csX3" fmla="*/ 1696858 w 5784743"/>
              <a:gd name="csY3" fmla="*/ 0 h 4599808"/>
              <a:gd name="csX4" fmla="*/ 2339607 w 5784743"/>
              <a:gd name="csY4" fmla="*/ 0 h 4599808"/>
              <a:gd name="csX5" fmla="*/ 2982356 w 5784743"/>
              <a:gd name="csY5" fmla="*/ 0 h 4599808"/>
              <a:gd name="csX6" fmla="*/ 3509411 w 5784743"/>
              <a:gd name="csY6" fmla="*/ 0 h 4599808"/>
              <a:gd name="csX7" fmla="*/ 4094313 w 5784743"/>
              <a:gd name="csY7" fmla="*/ 0 h 4599808"/>
              <a:gd name="csX8" fmla="*/ 4679214 w 5784743"/>
              <a:gd name="csY8" fmla="*/ 0 h 4599808"/>
              <a:gd name="csX9" fmla="*/ 5784743 w 5784743"/>
              <a:gd name="csY9" fmla="*/ 0 h 4599808"/>
              <a:gd name="csX10" fmla="*/ 5784743 w 5784743"/>
              <a:gd name="csY10" fmla="*/ 657115 h 4599808"/>
              <a:gd name="csX11" fmla="*/ 5784743 w 5784743"/>
              <a:gd name="csY11" fmla="*/ 1314231 h 4599808"/>
              <a:gd name="csX12" fmla="*/ 5784743 w 5784743"/>
              <a:gd name="csY12" fmla="*/ 2017344 h 4599808"/>
              <a:gd name="csX13" fmla="*/ 5784743 w 5784743"/>
              <a:gd name="csY13" fmla="*/ 2536466 h 4599808"/>
              <a:gd name="csX14" fmla="*/ 5784743 w 5784743"/>
              <a:gd name="csY14" fmla="*/ 3101585 h 4599808"/>
              <a:gd name="csX15" fmla="*/ 5784743 w 5784743"/>
              <a:gd name="csY15" fmla="*/ 3620706 h 4599808"/>
              <a:gd name="csX16" fmla="*/ 5784743 w 5784743"/>
              <a:gd name="csY16" fmla="*/ 4599808 h 4599808"/>
              <a:gd name="csX17" fmla="*/ 5315536 w 5784743"/>
              <a:gd name="csY17" fmla="*/ 4599808 h 4599808"/>
              <a:gd name="csX18" fmla="*/ 4788482 w 5784743"/>
              <a:gd name="csY18" fmla="*/ 4599808 h 4599808"/>
              <a:gd name="csX19" fmla="*/ 4319275 w 5784743"/>
              <a:gd name="csY19" fmla="*/ 4599808 h 4599808"/>
              <a:gd name="csX20" fmla="*/ 3618678 w 5784743"/>
              <a:gd name="csY20" fmla="*/ 4599808 h 4599808"/>
              <a:gd name="csX21" fmla="*/ 3033776 w 5784743"/>
              <a:gd name="csY21" fmla="*/ 4599808 h 4599808"/>
              <a:gd name="csX22" fmla="*/ 2448875 w 5784743"/>
              <a:gd name="csY22" fmla="*/ 4599808 h 4599808"/>
              <a:gd name="csX23" fmla="*/ 1921820 w 5784743"/>
              <a:gd name="csY23" fmla="*/ 4599808 h 4599808"/>
              <a:gd name="csX24" fmla="*/ 1394766 w 5784743"/>
              <a:gd name="csY24" fmla="*/ 4599808 h 4599808"/>
              <a:gd name="csX25" fmla="*/ 809864 w 5784743"/>
              <a:gd name="csY25" fmla="*/ 4599808 h 4599808"/>
              <a:gd name="csX26" fmla="*/ 0 w 5784743"/>
              <a:gd name="csY26" fmla="*/ 4599808 h 4599808"/>
              <a:gd name="csX27" fmla="*/ 0 w 5784743"/>
              <a:gd name="csY27" fmla="*/ 3896694 h 4599808"/>
              <a:gd name="csX28" fmla="*/ 0 w 5784743"/>
              <a:gd name="csY28" fmla="*/ 3239579 h 4599808"/>
              <a:gd name="csX29" fmla="*/ 0 w 5784743"/>
              <a:gd name="csY29" fmla="*/ 2536466 h 4599808"/>
              <a:gd name="csX30" fmla="*/ 0 w 5784743"/>
              <a:gd name="csY30" fmla="*/ 2017344 h 4599808"/>
              <a:gd name="csX31" fmla="*/ 0 w 5784743"/>
              <a:gd name="csY31" fmla="*/ 1314231 h 4599808"/>
              <a:gd name="csX32" fmla="*/ 0 w 5784743"/>
              <a:gd name="csY32" fmla="*/ 657115 h 4599808"/>
              <a:gd name="csX33" fmla="*/ 0 w 5784743"/>
              <a:gd name="csY33" fmla="*/ 0 h 4599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</a:cxnLst>
            <a:rect l="l" t="t" r="r" b="b"/>
            <a:pathLst>
              <a:path w="5784743" h="4599808" fill="none" extrusionOk="0">
                <a:moveTo>
                  <a:pt x="0" y="0"/>
                </a:moveTo>
                <a:cubicBezTo>
                  <a:pt x="156419" y="22380"/>
                  <a:pt x="253183" y="2731"/>
                  <a:pt x="469207" y="0"/>
                </a:cubicBezTo>
                <a:cubicBezTo>
                  <a:pt x="685231" y="-2731"/>
                  <a:pt x="872099" y="20951"/>
                  <a:pt x="1054109" y="0"/>
                </a:cubicBezTo>
                <a:cubicBezTo>
                  <a:pt x="1236119" y="-20951"/>
                  <a:pt x="1422636" y="-29103"/>
                  <a:pt x="1696858" y="0"/>
                </a:cubicBezTo>
                <a:cubicBezTo>
                  <a:pt x="1971080" y="29103"/>
                  <a:pt x="2150702" y="-29131"/>
                  <a:pt x="2339607" y="0"/>
                </a:cubicBezTo>
                <a:cubicBezTo>
                  <a:pt x="2528512" y="29131"/>
                  <a:pt x="2793334" y="-5968"/>
                  <a:pt x="2982356" y="0"/>
                </a:cubicBezTo>
                <a:cubicBezTo>
                  <a:pt x="3171378" y="5968"/>
                  <a:pt x="3297964" y="4788"/>
                  <a:pt x="3509411" y="0"/>
                </a:cubicBezTo>
                <a:cubicBezTo>
                  <a:pt x="3720858" y="-4788"/>
                  <a:pt x="3837442" y="-10928"/>
                  <a:pt x="4094313" y="0"/>
                </a:cubicBezTo>
                <a:cubicBezTo>
                  <a:pt x="4351184" y="10928"/>
                  <a:pt x="4550742" y="12708"/>
                  <a:pt x="4679214" y="0"/>
                </a:cubicBezTo>
                <a:cubicBezTo>
                  <a:pt x="4807686" y="-12708"/>
                  <a:pt x="5288781" y="35038"/>
                  <a:pt x="5784743" y="0"/>
                </a:cubicBezTo>
                <a:cubicBezTo>
                  <a:pt x="5763134" y="151508"/>
                  <a:pt x="5802500" y="368254"/>
                  <a:pt x="5784743" y="657115"/>
                </a:cubicBezTo>
                <a:cubicBezTo>
                  <a:pt x="5766986" y="945977"/>
                  <a:pt x="5752372" y="1112795"/>
                  <a:pt x="5784743" y="1314231"/>
                </a:cubicBezTo>
                <a:cubicBezTo>
                  <a:pt x="5817114" y="1515667"/>
                  <a:pt x="5754580" y="1699117"/>
                  <a:pt x="5784743" y="2017344"/>
                </a:cubicBezTo>
                <a:cubicBezTo>
                  <a:pt x="5814906" y="2335571"/>
                  <a:pt x="5807610" y="2391592"/>
                  <a:pt x="5784743" y="2536466"/>
                </a:cubicBezTo>
                <a:cubicBezTo>
                  <a:pt x="5761876" y="2681340"/>
                  <a:pt x="5784495" y="2970300"/>
                  <a:pt x="5784743" y="3101585"/>
                </a:cubicBezTo>
                <a:cubicBezTo>
                  <a:pt x="5784991" y="3232870"/>
                  <a:pt x="5799220" y="3475321"/>
                  <a:pt x="5784743" y="3620706"/>
                </a:cubicBezTo>
                <a:cubicBezTo>
                  <a:pt x="5770266" y="3766091"/>
                  <a:pt x="5745620" y="4164567"/>
                  <a:pt x="5784743" y="4599808"/>
                </a:cubicBezTo>
                <a:cubicBezTo>
                  <a:pt x="5667994" y="4605200"/>
                  <a:pt x="5548816" y="4614558"/>
                  <a:pt x="5315536" y="4599808"/>
                </a:cubicBezTo>
                <a:cubicBezTo>
                  <a:pt x="5082256" y="4585058"/>
                  <a:pt x="4977541" y="4576968"/>
                  <a:pt x="4788482" y="4599808"/>
                </a:cubicBezTo>
                <a:cubicBezTo>
                  <a:pt x="4599423" y="4622648"/>
                  <a:pt x="4464320" y="4607234"/>
                  <a:pt x="4319275" y="4599808"/>
                </a:cubicBezTo>
                <a:cubicBezTo>
                  <a:pt x="4174230" y="4592382"/>
                  <a:pt x="3952697" y="4607686"/>
                  <a:pt x="3618678" y="4599808"/>
                </a:cubicBezTo>
                <a:cubicBezTo>
                  <a:pt x="3284659" y="4591930"/>
                  <a:pt x="3203330" y="4595895"/>
                  <a:pt x="3033776" y="4599808"/>
                </a:cubicBezTo>
                <a:cubicBezTo>
                  <a:pt x="2864222" y="4603721"/>
                  <a:pt x="2703381" y="4585617"/>
                  <a:pt x="2448875" y="4599808"/>
                </a:cubicBezTo>
                <a:cubicBezTo>
                  <a:pt x="2194369" y="4613999"/>
                  <a:pt x="2176216" y="4599940"/>
                  <a:pt x="1921820" y="4599808"/>
                </a:cubicBezTo>
                <a:cubicBezTo>
                  <a:pt x="1667424" y="4599676"/>
                  <a:pt x="1608525" y="4604422"/>
                  <a:pt x="1394766" y="4599808"/>
                </a:cubicBezTo>
                <a:cubicBezTo>
                  <a:pt x="1181007" y="4595194"/>
                  <a:pt x="1009640" y="4603251"/>
                  <a:pt x="809864" y="4599808"/>
                </a:cubicBezTo>
                <a:cubicBezTo>
                  <a:pt x="610088" y="4596365"/>
                  <a:pt x="400836" y="4626620"/>
                  <a:pt x="0" y="4599808"/>
                </a:cubicBezTo>
                <a:cubicBezTo>
                  <a:pt x="17586" y="4401826"/>
                  <a:pt x="34555" y="4241232"/>
                  <a:pt x="0" y="3896694"/>
                </a:cubicBezTo>
                <a:cubicBezTo>
                  <a:pt x="-34555" y="3552156"/>
                  <a:pt x="23777" y="3408750"/>
                  <a:pt x="0" y="3239579"/>
                </a:cubicBezTo>
                <a:cubicBezTo>
                  <a:pt x="-23777" y="3070409"/>
                  <a:pt x="34643" y="2705275"/>
                  <a:pt x="0" y="2536466"/>
                </a:cubicBezTo>
                <a:cubicBezTo>
                  <a:pt x="-34643" y="2367657"/>
                  <a:pt x="12473" y="2241355"/>
                  <a:pt x="0" y="2017344"/>
                </a:cubicBezTo>
                <a:cubicBezTo>
                  <a:pt x="-12473" y="1793333"/>
                  <a:pt x="12712" y="1539056"/>
                  <a:pt x="0" y="1314231"/>
                </a:cubicBezTo>
                <a:cubicBezTo>
                  <a:pt x="-12712" y="1089406"/>
                  <a:pt x="7008" y="855689"/>
                  <a:pt x="0" y="657115"/>
                </a:cubicBezTo>
                <a:cubicBezTo>
                  <a:pt x="-7008" y="458541"/>
                  <a:pt x="18981" y="227678"/>
                  <a:pt x="0" y="0"/>
                </a:cubicBezTo>
                <a:close/>
              </a:path>
              <a:path w="5784743" h="4599808" stroke="0" extrusionOk="0">
                <a:moveTo>
                  <a:pt x="0" y="0"/>
                </a:moveTo>
                <a:cubicBezTo>
                  <a:pt x="183417" y="-8256"/>
                  <a:pt x="422333" y="13887"/>
                  <a:pt x="700597" y="0"/>
                </a:cubicBezTo>
                <a:cubicBezTo>
                  <a:pt x="978861" y="-13887"/>
                  <a:pt x="1029645" y="21214"/>
                  <a:pt x="1343346" y="0"/>
                </a:cubicBezTo>
                <a:cubicBezTo>
                  <a:pt x="1657047" y="-21214"/>
                  <a:pt x="1783929" y="17097"/>
                  <a:pt x="1928248" y="0"/>
                </a:cubicBezTo>
                <a:cubicBezTo>
                  <a:pt x="2072567" y="-17097"/>
                  <a:pt x="2183317" y="10432"/>
                  <a:pt x="2397455" y="0"/>
                </a:cubicBezTo>
                <a:cubicBezTo>
                  <a:pt x="2611593" y="-10432"/>
                  <a:pt x="2787517" y="-8585"/>
                  <a:pt x="2924509" y="0"/>
                </a:cubicBezTo>
                <a:cubicBezTo>
                  <a:pt x="3061501" y="8585"/>
                  <a:pt x="3286695" y="14881"/>
                  <a:pt x="3393716" y="0"/>
                </a:cubicBezTo>
                <a:cubicBezTo>
                  <a:pt x="3500737" y="-14881"/>
                  <a:pt x="3782996" y="-17180"/>
                  <a:pt x="4036465" y="0"/>
                </a:cubicBezTo>
                <a:cubicBezTo>
                  <a:pt x="4289934" y="17180"/>
                  <a:pt x="4581206" y="27555"/>
                  <a:pt x="4794909" y="0"/>
                </a:cubicBezTo>
                <a:cubicBezTo>
                  <a:pt x="5008612" y="-27555"/>
                  <a:pt x="5422889" y="15703"/>
                  <a:pt x="5784743" y="0"/>
                </a:cubicBezTo>
                <a:cubicBezTo>
                  <a:pt x="5808677" y="284082"/>
                  <a:pt x="5789589" y="446118"/>
                  <a:pt x="5784743" y="611117"/>
                </a:cubicBezTo>
                <a:cubicBezTo>
                  <a:pt x="5779897" y="776116"/>
                  <a:pt x="5786348" y="1042360"/>
                  <a:pt x="5784743" y="1222235"/>
                </a:cubicBezTo>
                <a:cubicBezTo>
                  <a:pt x="5783138" y="1402110"/>
                  <a:pt x="5788929" y="1704121"/>
                  <a:pt x="5784743" y="1925348"/>
                </a:cubicBezTo>
                <a:cubicBezTo>
                  <a:pt x="5780557" y="2146575"/>
                  <a:pt x="5815847" y="2311888"/>
                  <a:pt x="5784743" y="2628462"/>
                </a:cubicBezTo>
                <a:cubicBezTo>
                  <a:pt x="5753639" y="2945036"/>
                  <a:pt x="5806219" y="3005995"/>
                  <a:pt x="5784743" y="3147583"/>
                </a:cubicBezTo>
                <a:cubicBezTo>
                  <a:pt x="5763267" y="3289171"/>
                  <a:pt x="5773378" y="3433574"/>
                  <a:pt x="5784743" y="3666704"/>
                </a:cubicBezTo>
                <a:cubicBezTo>
                  <a:pt x="5796108" y="3899834"/>
                  <a:pt x="5807582" y="4278380"/>
                  <a:pt x="5784743" y="4599808"/>
                </a:cubicBezTo>
                <a:cubicBezTo>
                  <a:pt x="5609385" y="4593799"/>
                  <a:pt x="5502265" y="4612878"/>
                  <a:pt x="5257689" y="4599808"/>
                </a:cubicBezTo>
                <a:cubicBezTo>
                  <a:pt x="5013113" y="4586738"/>
                  <a:pt x="4993924" y="4594311"/>
                  <a:pt x="4730634" y="4599808"/>
                </a:cubicBezTo>
                <a:cubicBezTo>
                  <a:pt x="4467344" y="4605305"/>
                  <a:pt x="4326537" y="4610719"/>
                  <a:pt x="4030038" y="4599808"/>
                </a:cubicBezTo>
                <a:cubicBezTo>
                  <a:pt x="3733539" y="4588897"/>
                  <a:pt x="3489292" y="4609536"/>
                  <a:pt x="3271594" y="4599808"/>
                </a:cubicBezTo>
                <a:cubicBezTo>
                  <a:pt x="3053896" y="4590080"/>
                  <a:pt x="2860855" y="4585343"/>
                  <a:pt x="2570997" y="4599808"/>
                </a:cubicBezTo>
                <a:cubicBezTo>
                  <a:pt x="2281139" y="4614273"/>
                  <a:pt x="2096727" y="4630114"/>
                  <a:pt x="1870400" y="4599808"/>
                </a:cubicBezTo>
                <a:cubicBezTo>
                  <a:pt x="1644073" y="4569502"/>
                  <a:pt x="1550070" y="4586716"/>
                  <a:pt x="1343346" y="4599808"/>
                </a:cubicBezTo>
                <a:cubicBezTo>
                  <a:pt x="1136622" y="4612900"/>
                  <a:pt x="1017626" y="4589144"/>
                  <a:pt x="700597" y="4599808"/>
                </a:cubicBezTo>
                <a:cubicBezTo>
                  <a:pt x="383568" y="4610472"/>
                  <a:pt x="144751" y="4589689"/>
                  <a:pt x="0" y="4599808"/>
                </a:cubicBezTo>
                <a:cubicBezTo>
                  <a:pt x="-11411" y="4365614"/>
                  <a:pt x="-9875" y="4188575"/>
                  <a:pt x="0" y="4080687"/>
                </a:cubicBezTo>
                <a:cubicBezTo>
                  <a:pt x="9875" y="3972799"/>
                  <a:pt x="18363" y="3690002"/>
                  <a:pt x="0" y="3377573"/>
                </a:cubicBezTo>
                <a:cubicBezTo>
                  <a:pt x="-18363" y="3065144"/>
                  <a:pt x="-26748" y="2990695"/>
                  <a:pt x="0" y="2628462"/>
                </a:cubicBezTo>
                <a:cubicBezTo>
                  <a:pt x="26748" y="2266229"/>
                  <a:pt x="-5635" y="2129857"/>
                  <a:pt x="0" y="1925348"/>
                </a:cubicBezTo>
                <a:cubicBezTo>
                  <a:pt x="5635" y="1720839"/>
                  <a:pt x="-16194" y="1554422"/>
                  <a:pt x="0" y="1406227"/>
                </a:cubicBezTo>
                <a:cubicBezTo>
                  <a:pt x="16194" y="1258032"/>
                  <a:pt x="-32097" y="842615"/>
                  <a:pt x="0" y="657115"/>
                </a:cubicBezTo>
                <a:cubicBezTo>
                  <a:pt x="32097" y="471615"/>
                  <a:pt x="-10437" y="138361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chemeClr val="bg1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21" name="Freeform 3">
            <a:extLst>
              <a:ext uri="{FF2B5EF4-FFF2-40B4-BE49-F238E27FC236}">
                <a16:creationId xmlns:a16="http://schemas.microsoft.com/office/drawing/2014/main" id="{980571AF-F929-A8E1-2F03-733C35B4194E}"/>
              </a:ext>
            </a:extLst>
          </p:cNvPr>
          <p:cNvSpPr/>
          <p:nvPr/>
        </p:nvSpPr>
        <p:spPr>
          <a:xfrm>
            <a:off x="493260" y="1998453"/>
            <a:ext cx="5273264" cy="4599808"/>
          </a:xfrm>
          <a:custGeom>
            <a:avLst/>
            <a:gdLst>
              <a:gd name="csX0" fmla="*/ 0 w 5273264"/>
              <a:gd name="csY0" fmla="*/ 0 h 4599808"/>
              <a:gd name="csX1" fmla="*/ 500960 w 5273264"/>
              <a:gd name="csY1" fmla="*/ 0 h 4599808"/>
              <a:gd name="csX2" fmla="*/ 1054653 w 5273264"/>
              <a:gd name="csY2" fmla="*/ 0 h 4599808"/>
              <a:gd name="csX3" fmla="*/ 1819276 w 5273264"/>
              <a:gd name="csY3" fmla="*/ 0 h 4599808"/>
              <a:gd name="csX4" fmla="*/ 2372969 w 5273264"/>
              <a:gd name="csY4" fmla="*/ 0 h 4599808"/>
              <a:gd name="csX5" fmla="*/ 2979394 w 5273264"/>
              <a:gd name="csY5" fmla="*/ 0 h 4599808"/>
              <a:gd name="csX6" fmla="*/ 3638552 w 5273264"/>
              <a:gd name="csY6" fmla="*/ 0 h 4599808"/>
              <a:gd name="csX7" fmla="*/ 4297710 w 5273264"/>
              <a:gd name="csY7" fmla="*/ 0 h 4599808"/>
              <a:gd name="csX8" fmla="*/ 5273264 w 5273264"/>
              <a:gd name="csY8" fmla="*/ 0 h 4599808"/>
              <a:gd name="csX9" fmla="*/ 5273264 w 5273264"/>
              <a:gd name="csY9" fmla="*/ 565119 h 4599808"/>
              <a:gd name="csX10" fmla="*/ 5273264 w 5273264"/>
              <a:gd name="csY10" fmla="*/ 1222235 h 4599808"/>
              <a:gd name="csX11" fmla="*/ 5273264 w 5273264"/>
              <a:gd name="csY11" fmla="*/ 1741356 h 4599808"/>
              <a:gd name="csX12" fmla="*/ 5273264 w 5273264"/>
              <a:gd name="csY12" fmla="*/ 2260477 h 4599808"/>
              <a:gd name="csX13" fmla="*/ 5273264 w 5273264"/>
              <a:gd name="csY13" fmla="*/ 2963591 h 4599808"/>
              <a:gd name="csX14" fmla="*/ 5273264 w 5273264"/>
              <a:gd name="csY14" fmla="*/ 3620706 h 4599808"/>
              <a:gd name="csX15" fmla="*/ 5273264 w 5273264"/>
              <a:gd name="csY15" fmla="*/ 4599808 h 4599808"/>
              <a:gd name="csX16" fmla="*/ 4772304 w 5273264"/>
              <a:gd name="csY16" fmla="*/ 4599808 h 4599808"/>
              <a:gd name="csX17" fmla="*/ 4060413 w 5273264"/>
              <a:gd name="csY17" fmla="*/ 4599808 h 4599808"/>
              <a:gd name="csX18" fmla="*/ 3506721 w 5273264"/>
              <a:gd name="csY18" fmla="*/ 4599808 h 4599808"/>
              <a:gd name="csX19" fmla="*/ 2900295 w 5273264"/>
              <a:gd name="csY19" fmla="*/ 4599808 h 4599808"/>
              <a:gd name="csX20" fmla="*/ 2399335 w 5273264"/>
              <a:gd name="csY20" fmla="*/ 4599808 h 4599808"/>
              <a:gd name="csX21" fmla="*/ 1845642 w 5273264"/>
              <a:gd name="csY21" fmla="*/ 4599808 h 4599808"/>
              <a:gd name="csX22" fmla="*/ 1344682 w 5273264"/>
              <a:gd name="csY22" fmla="*/ 4599808 h 4599808"/>
              <a:gd name="csX23" fmla="*/ 632792 w 5273264"/>
              <a:gd name="csY23" fmla="*/ 4599808 h 4599808"/>
              <a:gd name="csX24" fmla="*/ 0 w 5273264"/>
              <a:gd name="csY24" fmla="*/ 4599808 h 4599808"/>
              <a:gd name="csX25" fmla="*/ 0 w 5273264"/>
              <a:gd name="csY25" fmla="*/ 3988691 h 4599808"/>
              <a:gd name="csX26" fmla="*/ 0 w 5273264"/>
              <a:gd name="csY26" fmla="*/ 3377573 h 4599808"/>
              <a:gd name="csX27" fmla="*/ 0 w 5273264"/>
              <a:gd name="csY27" fmla="*/ 2766456 h 4599808"/>
              <a:gd name="csX28" fmla="*/ 0 w 5273264"/>
              <a:gd name="csY28" fmla="*/ 2017344 h 4599808"/>
              <a:gd name="csX29" fmla="*/ 0 w 5273264"/>
              <a:gd name="csY29" fmla="*/ 1498223 h 4599808"/>
              <a:gd name="csX30" fmla="*/ 0 w 5273264"/>
              <a:gd name="csY30" fmla="*/ 795110 h 4599808"/>
              <a:gd name="csX31" fmla="*/ 0 w 5273264"/>
              <a:gd name="csY31" fmla="*/ 0 h 459980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</a:cxnLst>
            <a:rect l="l" t="t" r="r" b="b"/>
            <a:pathLst>
              <a:path w="5273264" h="4599808" fill="none" extrusionOk="0">
                <a:moveTo>
                  <a:pt x="0" y="0"/>
                </a:moveTo>
                <a:cubicBezTo>
                  <a:pt x="100298" y="-4241"/>
                  <a:pt x="282522" y="-13687"/>
                  <a:pt x="500960" y="0"/>
                </a:cubicBezTo>
                <a:cubicBezTo>
                  <a:pt x="719398" y="13687"/>
                  <a:pt x="931182" y="-23478"/>
                  <a:pt x="1054653" y="0"/>
                </a:cubicBezTo>
                <a:cubicBezTo>
                  <a:pt x="1178124" y="23478"/>
                  <a:pt x="1561548" y="-3810"/>
                  <a:pt x="1819276" y="0"/>
                </a:cubicBezTo>
                <a:cubicBezTo>
                  <a:pt x="2077004" y="3810"/>
                  <a:pt x="2247148" y="-26427"/>
                  <a:pt x="2372969" y="0"/>
                </a:cubicBezTo>
                <a:cubicBezTo>
                  <a:pt x="2498790" y="26427"/>
                  <a:pt x="2824519" y="-5733"/>
                  <a:pt x="2979394" y="0"/>
                </a:cubicBezTo>
                <a:cubicBezTo>
                  <a:pt x="3134269" y="5733"/>
                  <a:pt x="3407123" y="-13904"/>
                  <a:pt x="3638552" y="0"/>
                </a:cubicBezTo>
                <a:cubicBezTo>
                  <a:pt x="3869981" y="13904"/>
                  <a:pt x="4028770" y="12893"/>
                  <a:pt x="4297710" y="0"/>
                </a:cubicBezTo>
                <a:cubicBezTo>
                  <a:pt x="4566650" y="-12893"/>
                  <a:pt x="4884573" y="48541"/>
                  <a:pt x="5273264" y="0"/>
                </a:cubicBezTo>
                <a:cubicBezTo>
                  <a:pt x="5270455" y="156599"/>
                  <a:pt x="5298537" y="434780"/>
                  <a:pt x="5273264" y="565119"/>
                </a:cubicBezTo>
                <a:cubicBezTo>
                  <a:pt x="5247991" y="695458"/>
                  <a:pt x="5292965" y="940377"/>
                  <a:pt x="5273264" y="1222235"/>
                </a:cubicBezTo>
                <a:cubicBezTo>
                  <a:pt x="5253563" y="1504093"/>
                  <a:pt x="5259989" y="1568739"/>
                  <a:pt x="5273264" y="1741356"/>
                </a:cubicBezTo>
                <a:cubicBezTo>
                  <a:pt x="5286539" y="1913973"/>
                  <a:pt x="5294733" y="2111614"/>
                  <a:pt x="5273264" y="2260477"/>
                </a:cubicBezTo>
                <a:cubicBezTo>
                  <a:pt x="5251795" y="2409340"/>
                  <a:pt x="5259402" y="2738793"/>
                  <a:pt x="5273264" y="2963591"/>
                </a:cubicBezTo>
                <a:cubicBezTo>
                  <a:pt x="5287126" y="3188389"/>
                  <a:pt x="5301901" y="3423939"/>
                  <a:pt x="5273264" y="3620706"/>
                </a:cubicBezTo>
                <a:cubicBezTo>
                  <a:pt x="5244627" y="3817473"/>
                  <a:pt x="5242972" y="4159643"/>
                  <a:pt x="5273264" y="4599808"/>
                </a:cubicBezTo>
                <a:cubicBezTo>
                  <a:pt x="5090503" y="4611306"/>
                  <a:pt x="4904835" y="4583129"/>
                  <a:pt x="4772304" y="4599808"/>
                </a:cubicBezTo>
                <a:cubicBezTo>
                  <a:pt x="4639773" y="4616487"/>
                  <a:pt x="4254406" y="4604601"/>
                  <a:pt x="4060413" y="4599808"/>
                </a:cubicBezTo>
                <a:cubicBezTo>
                  <a:pt x="3866420" y="4595015"/>
                  <a:pt x="3700914" y="4606319"/>
                  <a:pt x="3506721" y="4599808"/>
                </a:cubicBezTo>
                <a:cubicBezTo>
                  <a:pt x="3312528" y="4593297"/>
                  <a:pt x="3032361" y="4622992"/>
                  <a:pt x="2900295" y="4599808"/>
                </a:cubicBezTo>
                <a:cubicBezTo>
                  <a:pt x="2768229" y="4576624"/>
                  <a:pt x="2633613" y="4606394"/>
                  <a:pt x="2399335" y="4599808"/>
                </a:cubicBezTo>
                <a:cubicBezTo>
                  <a:pt x="2165057" y="4593222"/>
                  <a:pt x="2042356" y="4604798"/>
                  <a:pt x="1845642" y="4599808"/>
                </a:cubicBezTo>
                <a:cubicBezTo>
                  <a:pt x="1648928" y="4594818"/>
                  <a:pt x="1578020" y="4586003"/>
                  <a:pt x="1344682" y="4599808"/>
                </a:cubicBezTo>
                <a:cubicBezTo>
                  <a:pt x="1111344" y="4613613"/>
                  <a:pt x="988355" y="4579004"/>
                  <a:pt x="632792" y="4599808"/>
                </a:cubicBezTo>
                <a:cubicBezTo>
                  <a:pt x="277229" y="4620613"/>
                  <a:pt x="156414" y="4626070"/>
                  <a:pt x="0" y="4599808"/>
                </a:cubicBezTo>
                <a:cubicBezTo>
                  <a:pt x="-21328" y="4352367"/>
                  <a:pt x="-14298" y="4248370"/>
                  <a:pt x="0" y="3988691"/>
                </a:cubicBezTo>
                <a:cubicBezTo>
                  <a:pt x="14298" y="3729012"/>
                  <a:pt x="-4538" y="3552313"/>
                  <a:pt x="0" y="3377573"/>
                </a:cubicBezTo>
                <a:cubicBezTo>
                  <a:pt x="4538" y="3202833"/>
                  <a:pt x="2848" y="2958138"/>
                  <a:pt x="0" y="2766456"/>
                </a:cubicBezTo>
                <a:cubicBezTo>
                  <a:pt x="-2848" y="2574774"/>
                  <a:pt x="20751" y="2191307"/>
                  <a:pt x="0" y="2017344"/>
                </a:cubicBezTo>
                <a:cubicBezTo>
                  <a:pt x="-20751" y="1843381"/>
                  <a:pt x="-10159" y="1629713"/>
                  <a:pt x="0" y="1498223"/>
                </a:cubicBezTo>
                <a:cubicBezTo>
                  <a:pt x="10159" y="1366733"/>
                  <a:pt x="-31652" y="1134980"/>
                  <a:pt x="0" y="795110"/>
                </a:cubicBezTo>
                <a:cubicBezTo>
                  <a:pt x="31652" y="455240"/>
                  <a:pt x="-3254" y="226822"/>
                  <a:pt x="0" y="0"/>
                </a:cubicBezTo>
                <a:close/>
              </a:path>
              <a:path w="5273264" h="4599808" stroke="0" extrusionOk="0">
                <a:moveTo>
                  <a:pt x="0" y="0"/>
                </a:moveTo>
                <a:cubicBezTo>
                  <a:pt x="194612" y="32315"/>
                  <a:pt x="460484" y="19838"/>
                  <a:pt x="711891" y="0"/>
                </a:cubicBezTo>
                <a:cubicBezTo>
                  <a:pt x="963298" y="-19838"/>
                  <a:pt x="1057880" y="165"/>
                  <a:pt x="1371049" y="0"/>
                </a:cubicBezTo>
                <a:cubicBezTo>
                  <a:pt x="1684218" y="-165"/>
                  <a:pt x="1760319" y="-9848"/>
                  <a:pt x="1977474" y="0"/>
                </a:cubicBezTo>
                <a:cubicBezTo>
                  <a:pt x="2194630" y="9848"/>
                  <a:pt x="2309827" y="-6965"/>
                  <a:pt x="2478434" y="0"/>
                </a:cubicBezTo>
                <a:cubicBezTo>
                  <a:pt x="2647041" y="6965"/>
                  <a:pt x="2854407" y="-4225"/>
                  <a:pt x="3032127" y="0"/>
                </a:cubicBezTo>
                <a:cubicBezTo>
                  <a:pt x="3209847" y="4225"/>
                  <a:pt x="3357416" y="-16635"/>
                  <a:pt x="3533087" y="0"/>
                </a:cubicBezTo>
                <a:cubicBezTo>
                  <a:pt x="3708758" y="16635"/>
                  <a:pt x="4010996" y="13736"/>
                  <a:pt x="4192245" y="0"/>
                </a:cubicBezTo>
                <a:cubicBezTo>
                  <a:pt x="4373494" y="-13736"/>
                  <a:pt x="4784151" y="2204"/>
                  <a:pt x="5273264" y="0"/>
                </a:cubicBezTo>
                <a:cubicBezTo>
                  <a:pt x="5299176" y="115671"/>
                  <a:pt x="5292954" y="360932"/>
                  <a:pt x="5273264" y="519121"/>
                </a:cubicBezTo>
                <a:cubicBezTo>
                  <a:pt x="5253574" y="677310"/>
                  <a:pt x="5289450" y="929749"/>
                  <a:pt x="5273264" y="1222235"/>
                </a:cubicBezTo>
                <a:cubicBezTo>
                  <a:pt x="5257078" y="1514721"/>
                  <a:pt x="5270553" y="1655620"/>
                  <a:pt x="5273264" y="1833352"/>
                </a:cubicBezTo>
                <a:cubicBezTo>
                  <a:pt x="5275975" y="2011084"/>
                  <a:pt x="5282138" y="2310745"/>
                  <a:pt x="5273264" y="2536466"/>
                </a:cubicBezTo>
                <a:cubicBezTo>
                  <a:pt x="5264390" y="2762187"/>
                  <a:pt x="5299301" y="2923643"/>
                  <a:pt x="5273264" y="3239579"/>
                </a:cubicBezTo>
                <a:cubicBezTo>
                  <a:pt x="5247227" y="3555515"/>
                  <a:pt x="5294740" y="3617112"/>
                  <a:pt x="5273264" y="3758700"/>
                </a:cubicBezTo>
                <a:cubicBezTo>
                  <a:pt x="5251788" y="3900288"/>
                  <a:pt x="5293343" y="4336109"/>
                  <a:pt x="5273264" y="4599808"/>
                </a:cubicBezTo>
                <a:cubicBezTo>
                  <a:pt x="5049304" y="4630262"/>
                  <a:pt x="4903557" y="4576322"/>
                  <a:pt x="4614106" y="4599808"/>
                </a:cubicBezTo>
                <a:cubicBezTo>
                  <a:pt x="4324655" y="4623294"/>
                  <a:pt x="4165278" y="4567512"/>
                  <a:pt x="3954948" y="4599808"/>
                </a:cubicBezTo>
                <a:cubicBezTo>
                  <a:pt x="3744618" y="4632104"/>
                  <a:pt x="3525103" y="4574800"/>
                  <a:pt x="3401255" y="4599808"/>
                </a:cubicBezTo>
                <a:cubicBezTo>
                  <a:pt x="3277407" y="4624816"/>
                  <a:pt x="2988799" y="4627462"/>
                  <a:pt x="2689365" y="4599808"/>
                </a:cubicBezTo>
                <a:cubicBezTo>
                  <a:pt x="2389931" y="4572155"/>
                  <a:pt x="2117685" y="4573165"/>
                  <a:pt x="1924741" y="4599808"/>
                </a:cubicBezTo>
                <a:cubicBezTo>
                  <a:pt x="1731797" y="4626451"/>
                  <a:pt x="1539108" y="4580771"/>
                  <a:pt x="1212851" y="4599808"/>
                </a:cubicBezTo>
                <a:cubicBezTo>
                  <a:pt x="886594" y="4618846"/>
                  <a:pt x="322269" y="4587287"/>
                  <a:pt x="0" y="4599808"/>
                </a:cubicBezTo>
                <a:cubicBezTo>
                  <a:pt x="1838" y="4399861"/>
                  <a:pt x="-1925" y="4166623"/>
                  <a:pt x="0" y="4034689"/>
                </a:cubicBezTo>
                <a:cubicBezTo>
                  <a:pt x="1925" y="3902755"/>
                  <a:pt x="-8093" y="3534533"/>
                  <a:pt x="0" y="3331575"/>
                </a:cubicBezTo>
                <a:cubicBezTo>
                  <a:pt x="8093" y="3128617"/>
                  <a:pt x="-26774" y="2826052"/>
                  <a:pt x="0" y="2582464"/>
                </a:cubicBezTo>
                <a:cubicBezTo>
                  <a:pt x="26774" y="2338876"/>
                  <a:pt x="1273" y="2267118"/>
                  <a:pt x="0" y="2017344"/>
                </a:cubicBezTo>
                <a:cubicBezTo>
                  <a:pt x="-1273" y="1767570"/>
                  <a:pt x="20596" y="1625779"/>
                  <a:pt x="0" y="1314231"/>
                </a:cubicBezTo>
                <a:cubicBezTo>
                  <a:pt x="-20596" y="1002683"/>
                  <a:pt x="-30120" y="930093"/>
                  <a:pt x="0" y="565119"/>
                </a:cubicBezTo>
                <a:cubicBezTo>
                  <a:pt x="30120" y="200145"/>
                  <a:pt x="25802" y="214363"/>
                  <a:pt x="0" y="0"/>
                </a:cubicBezTo>
                <a:close/>
              </a:path>
            </a:pathLst>
          </a:custGeom>
          <a:solidFill>
            <a:schemeClr val="bg1"/>
          </a:solidFill>
          <a:ln w="57150" cap="sq">
            <a:solidFill>
              <a:schemeClr val="bg1"/>
            </a:solidFill>
            <a:prstDash val="solid"/>
            <a:miter/>
            <a:extLst>
              <a:ext uri="{C807C97D-BFC1-408E-A445-0C87EB9F89A2}">
                <ask:lineSketchStyleProps xmlns:ask="http://schemas.microsoft.com/office/drawing/2018/sketchyshapes" sd="817326095">
                  <a:custGeom>
                    <a:avLst/>
                    <a:gdLst/>
                    <a:ahLst/>
                    <a:cxnLst/>
                    <a:rect l="l" t="t" r="r" b="b"/>
                    <a:pathLst>
                      <a:path w="1190410" h="2007719">
                        <a:moveTo>
                          <a:pt x="0" y="0"/>
                        </a:moveTo>
                        <a:lnTo>
                          <a:pt x="1190410" y="0"/>
                        </a:lnTo>
                        <a:lnTo>
                          <a:pt x="1190410" y="2007719"/>
                        </a:lnTo>
                        <a:lnTo>
                          <a:pt x="0" y="2007719"/>
                        </a:ln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11" name="Retângulo 10">
            <a:extLst>
              <a:ext uri="{FF2B5EF4-FFF2-40B4-BE49-F238E27FC236}">
                <a16:creationId xmlns:a16="http://schemas.microsoft.com/office/drawing/2014/main" id="{BAA52057-05E0-317C-24D9-287D75F2F3B3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5" name="CaixaDeTexto 7">
            <a:extLst>
              <a:ext uri="{FF2B5EF4-FFF2-40B4-BE49-F238E27FC236}">
                <a16:creationId xmlns:a16="http://schemas.microsoft.com/office/drawing/2014/main" id="{FEBDA90B-6ABE-BAD2-E986-28596CCA1586}"/>
              </a:ext>
            </a:extLst>
          </p:cNvPr>
          <p:cNvSpPr txBox="1"/>
          <p:nvPr/>
        </p:nvSpPr>
        <p:spPr>
          <a:xfrm>
            <a:off x="1390719" y="118512"/>
            <a:ext cx="94052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 dirty="0">
                <a:solidFill>
                  <a:srgbClr val="F5EBDA"/>
                </a:solidFill>
              </a:rPr>
              <a:t>PROJETO FRUTIFICAR AMAZÔNIA –</a:t>
            </a:r>
            <a:r>
              <a:rPr lang="pt-BR" sz="2400">
                <a:solidFill>
                  <a:srgbClr val="F5EBDA"/>
                </a:solidFill>
              </a:rPr>
              <a:t> PRODUTOS POR COMPONENTE</a:t>
            </a:r>
          </a:p>
        </p:txBody>
      </p:sp>
      <p:pic>
        <p:nvPicPr>
          <p:cNvPr id="20" name="Imagem 19" descr="Texto&#10;&#10;O conteúdo gerado por IA pode estar incorreto.">
            <a:extLst>
              <a:ext uri="{FF2B5EF4-FFF2-40B4-BE49-F238E27FC236}">
                <a16:creationId xmlns:a16="http://schemas.microsoft.com/office/drawing/2014/main" id="{895E2A9F-81AA-67D1-6BE2-E63F708389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10" name="TextBox 8">
            <a:extLst>
              <a:ext uri="{FF2B5EF4-FFF2-40B4-BE49-F238E27FC236}">
                <a16:creationId xmlns:a16="http://schemas.microsoft.com/office/drawing/2014/main" id="{A6029678-F179-D202-54FB-1E2A218C6847}"/>
              </a:ext>
            </a:extLst>
          </p:cNvPr>
          <p:cNvSpPr txBox="1"/>
          <p:nvPr/>
        </p:nvSpPr>
        <p:spPr>
          <a:xfrm>
            <a:off x="1931611" y="1246199"/>
            <a:ext cx="3107963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3600" b="1">
                <a:solidFill>
                  <a:srgbClr val="004D2D"/>
                </a:solidFill>
                <a:sym typeface="Libertad"/>
              </a:rPr>
              <a:t>TRANSVERSAL</a:t>
            </a:r>
            <a:endParaRPr lang="pt-BR"/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6DE81FB3-DA79-25CD-BC4E-84E7EAB1EFC5}"/>
              </a:ext>
            </a:extLst>
          </p:cNvPr>
          <p:cNvSpPr txBox="1"/>
          <p:nvPr/>
        </p:nvSpPr>
        <p:spPr>
          <a:xfrm>
            <a:off x="883290" y="2614768"/>
            <a:ext cx="4490724" cy="341632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457200">
              <a:buFont typeface="+mj-lt"/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Fortalecimento organizacional das aglutinadas;</a:t>
            </a:r>
            <a:b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457200"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Fomento às boas práticas de manejo de açaí e/ou cacau;</a:t>
            </a:r>
            <a:b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457200"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Fomento a iniciativas de agroindustrialização de produtos;</a:t>
            </a:r>
            <a:b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457200">
              <a:buAutoNum type="arabicPeriod"/>
            </a:pPr>
            <a:r>
              <a:rPr lang="pt-BR" sz="2400" dirty="0">
                <a:solidFill>
                  <a:srgbClr val="000000"/>
                </a:solidFill>
                <a:latin typeface="Calibri"/>
                <a:ea typeface="Calibri"/>
                <a:cs typeface="Calibri"/>
              </a:rPr>
              <a:t>Organização e comercialização da produção.</a:t>
            </a:r>
            <a:endParaRPr lang="pt-BR" sz="2400" dirty="0">
              <a:latin typeface="Calibri"/>
              <a:ea typeface="Calibri"/>
              <a:cs typeface="Calibri"/>
            </a:endParaRPr>
          </a:p>
        </p:txBody>
      </p:sp>
      <p:sp>
        <p:nvSpPr>
          <p:cNvPr id="2" name="Freeform 6">
            <a:extLst>
              <a:ext uri="{FF2B5EF4-FFF2-40B4-BE49-F238E27FC236}">
                <a16:creationId xmlns:a16="http://schemas.microsoft.com/office/drawing/2014/main" id="{0A3AF7CF-1795-4367-ED2A-4EC226BDD5A6}"/>
              </a:ext>
            </a:extLst>
          </p:cNvPr>
          <p:cNvSpPr/>
          <p:nvPr/>
        </p:nvSpPr>
        <p:spPr>
          <a:xfrm>
            <a:off x="979685" y="1229928"/>
            <a:ext cx="687193" cy="574295"/>
          </a:xfrm>
          <a:custGeom>
            <a:avLst/>
            <a:gdLst/>
            <a:ahLst/>
            <a:cxnLst/>
            <a:rect l="l" t="t" r="r" b="b"/>
            <a:pathLst>
              <a:path w="1222564" h="1042513">
                <a:moveTo>
                  <a:pt x="0" y="0"/>
                </a:moveTo>
                <a:lnTo>
                  <a:pt x="1222564" y="0"/>
                </a:lnTo>
                <a:lnTo>
                  <a:pt x="1222564" y="1042513"/>
                </a:lnTo>
                <a:lnTo>
                  <a:pt x="0" y="104251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pt-BR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6043F94-C4B5-2D1A-9564-B4D60588182E}"/>
              </a:ext>
            </a:extLst>
          </p:cNvPr>
          <p:cNvSpPr txBox="1"/>
          <p:nvPr/>
        </p:nvSpPr>
        <p:spPr>
          <a:xfrm>
            <a:off x="6356959" y="2270343"/>
            <a:ext cx="5156548" cy="423687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2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5.  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Plataforma de gestão, monitoramento e divulgação de dados</a:t>
            </a:r>
            <a:r>
              <a:rPr lang="en-US" sz="24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​;</a:t>
            </a:r>
            <a:br>
              <a:rPr lang="en-US" sz="2400" b="0" i="0" dirty="0">
                <a:latin typeface="Calibri"/>
                <a:ea typeface="Arial"/>
                <a:cs typeface="Arial"/>
              </a:rPr>
            </a:br>
            <a:r>
              <a:rPr lang="en-US" sz="10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pt-BR" dirty="0"/>
          </a:p>
          <a:p>
            <a:r>
              <a:rPr lang="pt-BR" sz="2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6.   Plano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de comunicação do projeto e orientação das aglutinadas</a:t>
            </a:r>
            <a:r>
              <a:rPr lang="pt-BR" sz="24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​;</a:t>
            </a:r>
            <a:br>
              <a:rPr lang="pt-BR" sz="2400" b="0" i="0" dirty="0">
                <a:latin typeface="Calibri"/>
                <a:ea typeface="Arial"/>
                <a:cs typeface="Arial"/>
              </a:rPr>
            </a:br>
            <a:r>
              <a:rPr lang="pt-BR" sz="10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</a:p>
          <a:p>
            <a:r>
              <a:rPr lang="pt-BR" sz="2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7.   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Campanha de comunicação para disseminar boas práticas na produção de cacau e de açaí</a:t>
            </a:r>
            <a:r>
              <a:rPr lang="en-US" sz="24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​;</a:t>
            </a:r>
            <a:br>
              <a:rPr lang="en-US" sz="2400" b="0" i="0" dirty="0">
                <a:latin typeface="Calibri"/>
                <a:ea typeface="Arial"/>
                <a:cs typeface="Arial"/>
              </a:rPr>
            </a:br>
            <a:r>
              <a:rPr lang="en-US" sz="1000" b="0" i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​</a:t>
            </a:r>
            <a:endParaRPr lang="en-US" sz="1000" dirty="0">
              <a:solidFill>
                <a:srgbClr val="000000"/>
              </a:solidFill>
              <a:latin typeface="Calibri"/>
              <a:ea typeface="Arial"/>
              <a:cs typeface="Arial"/>
            </a:endParaRPr>
          </a:p>
          <a:p>
            <a:pPr>
              <a:buFont typeface=""/>
            </a:pPr>
            <a:r>
              <a:rPr lang="pt-BR" sz="2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8.    Sensibilização</a:t>
            </a:r>
            <a:r>
              <a:rPr lang="pt-BR" sz="2400" b="0" i="0" u="none" strike="noStrike" baseline="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 do mercado consumidor regional de açaí e de polpa de </a:t>
            </a:r>
            <a:r>
              <a:rPr lang="pt-BR" sz="2400" dirty="0">
                <a:solidFill>
                  <a:srgbClr val="000000"/>
                </a:solidFill>
                <a:latin typeface="Calibri"/>
                <a:ea typeface="Arial"/>
                <a:cs typeface="Arial"/>
              </a:rPr>
              <a:t>cacau.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9738529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1B0A02-4B94-F17D-ECF9-1DF4F17F3C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ela 3">
            <a:extLst>
              <a:ext uri="{FF2B5EF4-FFF2-40B4-BE49-F238E27FC236}">
                <a16:creationId xmlns:a16="http://schemas.microsoft.com/office/drawing/2014/main" id="{DD1E9105-03DF-6CB5-6021-D261912630D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045738"/>
              </p:ext>
            </p:extLst>
          </p:nvPr>
        </p:nvGraphicFramePr>
        <p:xfrm>
          <a:off x="156575" y="1151020"/>
          <a:ext cx="11888627" cy="5408740"/>
        </p:xfrm>
        <a:graphic>
          <a:graphicData uri="http://schemas.openxmlformats.org/drawingml/2006/table">
            <a:tbl>
              <a:tblPr/>
              <a:tblGrid>
                <a:gridCol w="3044095">
                  <a:extLst>
                    <a:ext uri="{9D8B030D-6E8A-4147-A177-3AD203B41FA5}">
                      <a16:colId xmlns:a16="http://schemas.microsoft.com/office/drawing/2014/main" val="3382034990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2379907813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412702547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19417071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735018633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1949737993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44633157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19666709"/>
                    </a:ext>
                  </a:extLst>
                </a:gridCol>
                <a:gridCol w="954119">
                  <a:extLst>
                    <a:ext uri="{9D8B030D-6E8A-4147-A177-3AD203B41FA5}">
                      <a16:colId xmlns:a16="http://schemas.microsoft.com/office/drawing/2014/main" val="3223105231"/>
                    </a:ext>
                  </a:extLst>
                </a:gridCol>
                <a:gridCol w="1211580">
                  <a:extLst>
                    <a:ext uri="{9D8B030D-6E8A-4147-A177-3AD203B41FA5}">
                      <a16:colId xmlns:a16="http://schemas.microsoft.com/office/drawing/2014/main" val="3189391401"/>
                    </a:ext>
                  </a:extLst>
                </a:gridCol>
              </a:tblGrid>
              <a:tr h="300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Ano 1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Ano 2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Ano 3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Ano 4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TOTAL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68055257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Componente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D0D0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1º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2º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3º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4º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5º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6º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7º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8º Sem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66092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8609479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Elaboração da Proposta</a:t>
                      </a:r>
                      <a:endParaRPr lang="pt-BR" sz="1200" b="1" i="0" u="none" strike="noStrike">
                        <a:solidFill>
                          <a:srgbClr val="FFFFFF"/>
                        </a:solidFill>
                        <a:effectLst/>
                        <a:latin typeface="Calibri"/>
                      </a:endParaRP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           -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7496553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Gestão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795.068,59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795.068,59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397.534,29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496.917,87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397.534,29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496.917,87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596.301,44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3.975.342,93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28568729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Transversal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2.308.337,42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2.308.337,42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1.154.168,71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1.442.710,89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1.154.168,71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1.442.710,89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1.731.253,07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11.541.687,12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8094863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AEFAC - Escola Família Agroextrativista do Carvão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928.946,17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928.946,17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464.473,09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580.591,36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         464.473,09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580.591,36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696.709,63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4.644.730,87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50606077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AEFAM - Escola Família Agroextrativista do </a:t>
                      </a: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Macacoari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475.270,38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475.270,38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237.635,19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297.043,99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237.635,19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297.043,99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356.452,79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2.376.351,92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7828290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ATASB - Associação dos Trabalhadores Agroextrativistas do Setor </a:t>
                      </a: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Baquia</a:t>
                      </a: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 Gurupá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551.064,75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551.064,75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275.532,38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344.415,47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275.532,38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344.415,47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413.298,56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2.755.323,75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37375257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ASBAM - Associação de Batedores de Açaí de Macapá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535.949,00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535.949,00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267.974,50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334.968,13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267.974,50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334.968,13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401.961,75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2.679.745,00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9997418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FVPP - Fundação Viver Produzir e Preservar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1.058.711,26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1.058.711,26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529.355,63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661.694,53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529.355,63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661.694,53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794.033,44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5.293.556,28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508089"/>
                  </a:ext>
                </a:extLst>
              </a:tr>
              <a:tr h="4271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FAMCEFF</a:t>
                      </a: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-Federação das Associações de Moradores e Comunidades e Entidades do Assentamento Agroextrativista do Eixo Forte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274.942,83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274.942,83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137.471,42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171.839,27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137.471,42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171.839,27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206.207,13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1.374.714,17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6680918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 dirty="0" err="1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FOQs</a:t>
                      </a:r>
                      <a:r>
                        <a:rPr lang="pt-BR" sz="12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/>
                        </a:rPr>
                        <a:t>- Federação das Organizações Quilombolas de Santarém 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518.402,70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518.402,70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259.201,35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324.001,69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259.201,35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324.001,69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388.802,03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2.592.013,50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7279904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1" i="0" u="none" strike="noStrike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ASAFAB - Associação dos Agricultores Familiares da Batata</a:t>
                      </a:r>
                    </a:p>
                  </a:txBody>
                  <a:tcPr marL="56306" marR="0" marT="0" marB="0" anchor="ctr">
                    <a:lnL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4062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351.034,20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351.034,20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175.517,10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219.396,38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175.517,10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219.396,38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263.275,65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endParaRPr lang="pt-BR" sz="1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CC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  1.755.171,00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1673520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4406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7.797.727,30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7.797.727,30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3.898.863,65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4.873.579,57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3.898.863,65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4.873.579,57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5.848.295,48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                               </a:t>
                      </a: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-  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   38.988.636,52 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0451859"/>
                  </a:ext>
                </a:extLst>
              </a:tr>
              <a:tr h="30062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200" b="0" i="0" u="none" strike="noStrike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>
                    <a:lnL>
                      <a:noFill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15%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100%</a:t>
                      </a:r>
                    </a:p>
                  </a:txBody>
                  <a:tcPr marL="0" marR="0" marT="0" marB="0" anchor="ctr">
                    <a:lnL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A6A6A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11606692"/>
                  </a:ext>
                </a:extLst>
              </a:tr>
            </a:tbl>
          </a:graphicData>
        </a:graphic>
      </p:graphicFrame>
      <p:sp>
        <p:nvSpPr>
          <p:cNvPr id="3" name="Retângulo 2">
            <a:extLst>
              <a:ext uri="{FF2B5EF4-FFF2-40B4-BE49-F238E27FC236}">
                <a16:creationId xmlns:a16="http://schemas.microsoft.com/office/drawing/2014/main" id="{640C9F7B-FE8C-9389-06E3-EE07B42FF54D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F48E5395-AD91-FD2E-78E8-A95AB46193C5}"/>
              </a:ext>
            </a:extLst>
          </p:cNvPr>
          <p:cNvSpPr txBox="1"/>
          <p:nvPr/>
        </p:nvSpPr>
        <p:spPr>
          <a:xfrm>
            <a:off x="2685075" y="128950"/>
            <a:ext cx="94052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ORÇAMENTO</a:t>
            </a:r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E0491899-820A-FD93-0955-87E41372E94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55109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FCB8F0F-0D18-83CD-9825-E1C6D0E2A0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A4C119A-4356-E690-8D41-3A83AD5685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2717035"/>
              </p:ext>
            </p:extLst>
          </p:nvPr>
        </p:nvGraphicFramePr>
        <p:xfrm>
          <a:off x="30470" y="1069906"/>
          <a:ext cx="12375636" cy="52879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37510">
                  <a:extLst>
                    <a:ext uri="{9D8B030D-6E8A-4147-A177-3AD203B41FA5}">
                      <a16:colId xmlns:a16="http://schemas.microsoft.com/office/drawing/2014/main" val="865485366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2071994785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576986084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3934389431"/>
                    </a:ext>
                  </a:extLst>
                </a:gridCol>
                <a:gridCol w="699190">
                  <a:extLst>
                    <a:ext uri="{9D8B030D-6E8A-4147-A177-3AD203B41FA5}">
                      <a16:colId xmlns:a16="http://schemas.microsoft.com/office/drawing/2014/main" val="3091406964"/>
                    </a:ext>
                  </a:extLst>
                </a:gridCol>
                <a:gridCol w="608953">
                  <a:extLst>
                    <a:ext uri="{9D8B030D-6E8A-4147-A177-3AD203B41FA5}">
                      <a16:colId xmlns:a16="http://schemas.microsoft.com/office/drawing/2014/main" val="275566965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2210446111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6614061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3800474565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2746402815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376334214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1590736134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3388060172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3671589980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1676411724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2657842363"/>
                    </a:ext>
                  </a:extLst>
                </a:gridCol>
                <a:gridCol w="654070">
                  <a:extLst>
                    <a:ext uri="{9D8B030D-6E8A-4147-A177-3AD203B41FA5}">
                      <a16:colId xmlns:a16="http://schemas.microsoft.com/office/drawing/2014/main" val="792629993"/>
                    </a:ext>
                  </a:extLst>
                </a:gridCol>
                <a:gridCol w="273003">
                  <a:extLst>
                    <a:ext uri="{9D8B030D-6E8A-4147-A177-3AD203B41FA5}">
                      <a16:colId xmlns:a16="http://schemas.microsoft.com/office/drawing/2014/main" val="3531053020"/>
                    </a:ext>
                  </a:extLst>
                </a:gridCol>
              </a:tblGrid>
              <a:tr h="2892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AEFAC</a:t>
                      </a:r>
                      <a:r>
                        <a:rPr lang="pt-BR" sz="900" b="1" u="none" strike="noStrike" dirty="0">
                          <a:effectLst/>
                        </a:rPr>
                        <a:t> - Escola Família Agroextrativista do Carvão</a:t>
                      </a:r>
                      <a:endParaRPr lang="pt-BR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AEFAM - Escola Família Agroextrativista do </a:t>
                      </a:r>
                      <a:r>
                        <a:rPr lang="pt-BR" sz="900" b="1" u="none" strike="noStrike" dirty="0" err="1">
                          <a:effectLst/>
                        </a:rPr>
                        <a:t>Macacoari</a:t>
                      </a:r>
                      <a:endParaRPr lang="pt-BR" sz="900" b="1" i="0" u="none" strike="noStrike" dirty="0" err="1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ASAFAB - Associação dos Agricultores Familiares da Batata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ASBAM - Associação de Batedores de Açaí de Macapá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>
                          <a:effectLst/>
                        </a:rPr>
                        <a:t>ATASB - Associação dos Trabalhadores Agroextrativistas do Setor </a:t>
                      </a:r>
                      <a:r>
                        <a:rPr lang="pt-BR" sz="900" b="1" u="none" strike="noStrike" dirty="0" err="1">
                          <a:effectLst/>
                        </a:rPr>
                        <a:t>Baquia</a:t>
                      </a:r>
                      <a:r>
                        <a:rPr lang="pt-BR" sz="900" b="1" u="none" strike="noStrike" dirty="0">
                          <a:effectLst/>
                        </a:rPr>
                        <a:t> Gurupá</a:t>
                      </a:r>
                      <a:endParaRPr lang="pt-BR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FAMCEFF-Federação das Associações de Moradores e Comunidades e Entidades do Assentamento Agroextrativista do Eixo Forte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 dirty="0" err="1">
                          <a:effectLst/>
                        </a:rPr>
                        <a:t>FOQs</a:t>
                      </a:r>
                      <a:r>
                        <a:rPr lang="pt-BR" sz="900" b="1" u="none" strike="noStrike" dirty="0">
                          <a:effectLst/>
                        </a:rPr>
                        <a:t>- Federação das Organizações Quilombolas de Santarém</a:t>
                      </a:r>
                      <a:r>
                        <a:rPr lang="pt-BR" sz="900" u="none" strike="noStrike" dirty="0">
                          <a:effectLst/>
                        </a:rPr>
                        <a:t> </a:t>
                      </a:r>
                      <a:endParaRPr lang="pt-BR" sz="900" b="1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FVPP - Fundação Viver Produzir e Preservar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475346115"/>
                  </a:ext>
                </a:extLst>
              </a:tr>
              <a:tr h="7078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Repassado via ACTF</a:t>
                      </a:r>
                      <a:endParaRPr lang="pt-BR" sz="900" b="1" i="0" u="none" strike="noStrike">
                        <a:solidFill>
                          <a:srgbClr val="275317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1643096649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Recursos Humanos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1.477.561,02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624.720,42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 R$                      213.367,00 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289.375,00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609.620,00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431.814,17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441.974,50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1.678.526,28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1686139398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Máquinas, equipamentos e outros bens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1.491.639,85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868.840,00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340.000,00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1.927.800,00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639.800,00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262.000,00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898.000,00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1.716.152,05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2433337655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Serviços de Apoio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68.920,00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15.985,00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53.000,00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363.000,00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 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134.500,00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47.000,00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154.000,00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547.200,00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979720143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Logística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237.900,00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298.640,00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132.604,00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84.570,00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354.963,75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168.350,00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297.839,00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455.330,00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2237292257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Obras Civis e Instalações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731.710,00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261.000,00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220.000,00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630.000,00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200.000,00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360.000,00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225.847,95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2445375001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Insumos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372.000,00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185.366,50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741.200,00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141.440,00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201.150,00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370.200,00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540.500,00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3983160336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Consultorias e prestação de serviços especializados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193.000,00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63.000,00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13.000,00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15.000,00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195.000,00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14.000,00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 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16.000,00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58.000,00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1179072586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Despesas Administrativas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72.000,00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58.800,00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42.000,00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50.400,00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54.000,00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72.000,00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1624880544"/>
                  </a:ext>
                </a:extLst>
              </a:tr>
              <a:tr h="12815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Apoios Especiais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50.000,00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ctr"/>
                </a:tc>
                <a:extLst>
                  <a:ext uri="{0D108BD9-81ED-4DB2-BD59-A6C34878D82A}">
                    <a16:rowId xmlns:a16="http://schemas.microsoft.com/office/drawing/2014/main" val="1234558074"/>
                  </a:ext>
                </a:extLst>
              </a:tr>
              <a:tr h="42022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TOTAL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3.095.169,85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1.549.561,02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1.692.831,50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683.520,42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1.499.804,00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255.367,00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2.679.745,00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2.755.323,75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892.500,00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482.214,17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2.096.039,00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    495.974,50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 dirty="0">
                          <a:effectLst/>
                        </a:rPr>
                        <a:t> R$                                            -   </a:t>
                      </a:r>
                      <a:endParaRPr lang="pt-BR" sz="900" b="0" i="0" u="none" strike="noStrike" dirty="0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5.293.556,28 </a:t>
                      </a:r>
                      <a:endParaRPr lang="pt-BR" sz="900" b="0" i="0" u="none" strike="noStrike">
                        <a:solidFill>
                          <a:srgbClr val="FFFFFF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2140427945"/>
                  </a:ext>
                </a:extLst>
              </a:tr>
              <a:tr h="15408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2480434067"/>
                  </a:ext>
                </a:extLst>
              </a:tr>
              <a:tr h="154080">
                <a:tc gridSpan="3"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Administração do Recurso</a:t>
                      </a:r>
                      <a:endParaRPr lang="pt-BR" sz="900" b="1" i="0" u="none" strike="noStrike">
                        <a:solidFill>
                          <a:srgbClr val="FFFFFF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3216079252"/>
                  </a:ext>
                </a:extLst>
              </a:tr>
              <a:tr h="70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IPAM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14.711.413,10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62,7%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1423407053"/>
                  </a:ext>
                </a:extLst>
              </a:tr>
              <a:tr h="70787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900" b="1" u="none" strike="noStrike">
                          <a:effectLst/>
                        </a:rPr>
                        <a:t>Aglutinadas</a:t>
                      </a:r>
                      <a:endParaRPr lang="pt-BR" sz="900" b="1" i="0" u="none" strike="noStrike">
                        <a:solidFill>
                          <a:srgbClr val="000000"/>
                        </a:solidFill>
                        <a:effectLst/>
                        <a:latin typeface="Aptos Narrow"/>
                      </a:endParaRPr>
                    </a:p>
                  </a:txBody>
                  <a:tcPr marL="2441" marR="2441" marT="2441" marB="0"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 R$                  8.760.193,38 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900" u="none" strike="noStrike">
                          <a:effectLst/>
                        </a:rPr>
                        <a:t>37,3%</a:t>
                      </a: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9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pt-BR" sz="1000" b="0" i="0" u="none" strike="noStrike" dirty="0">
                        <a:solidFill>
                          <a:srgbClr val="000000"/>
                        </a:solidFill>
                        <a:effectLst/>
                        <a:latin typeface="Aptos Narrow" panose="020B0004020202020204" pitchFamily="34" charset="0"/>
                      </a:endParaRPr>
                    </a:p>
                  </a:txBody>
                  <a:tcPr marL="2441" marR="2441" marT="2441" marB="0" anchor="b"/>
                </a:tc>
                <a:extLst>
                  <a:ext uri="{0D108BD9-81ED-4DB2-BD59-A6C34878D82A}">
                    <a16:rowId xmlns:a16="http://schemas.microsoft.com/office/drawing/2014/main" val="2106729856"/>
                  </a:ext>
                </a:extLst>
              </a:tr>
            </a:tbl>
          </a:graphicData>
        </a:graphic>
      </p:graphicFrame>
      <p:sp>
        <p:nvSpPr>
          <p:cNvPr id="10" name="Retângulo 9">
            <a:extLst>
              <a:ext uri="{FF2B5EF4-FFF2-40B4-BE49-F238E27FC236}">
                <a16:creationId xmlns:a16="http://schemas.microsoft.com/office/drawing/2014/main" id="{F0082EE1-B2CF-DB3D-4E3B-65DA95E50F7B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30277E56-F109-2E41-9C2C-ABCC1F102E99}"/>
              </a:ext>
            </a:extLst>
          </p:cNvPr>
          <p:cNvSpPr txBox="1"/>
          <p:nvPr/>
        </p:nvSpPr>
        <p:spPr>
          <a:xfrm>
            <a:off x="2685075" y="128950"/>
            <a:ext cx="9405224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ORÇAMENTO</a:t>
            </a:r>
            <a:endParaRPr lang="pt-BR"/>
          </a:p>
        </p:txBody>
      </p:sp>
      <p:pic>
        <p:nvPicPr>
          <p:cNvPr id="14" name="Imagem 13" descr="Texto&#10;&#10;O conteúdo gerado por IA pode estar incorreto.">
            <a:extLst>
              <a:ext uri="{FF2B5EF4-FFF2-40B4-BE49-F238E27FC236}">
                <a16:creationId xmlns:a16="http://schemas.microsoft.com/office/drawing/2014/main" id="{BF4436C0-315E-AA8A-EFC6-1EE0D20646C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10388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EEAA8A9-98DE-ECA8-CCA4-AFF73DED8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5469D573-ACF0-4E77-00F8-079E02A17D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27097029"/>
              </p:ext>
            </p:extLst>
          </p:nvPr>
        </p:nvGraphicFramePr>
        <p:xfrm>
          <a:off x="273815" y="970767"/>
          <a:ext cx="11643509" cy="573128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86685">
                  <a:extLst>
                    <a:ext uri="{9D8B030D-6E8A-4147-A177-3AD203B41FA5}">
                      <a16:colId xmlns:a16="http://schemas.microsoft.com/office/drawing/2014/main" val="1716923907"/>
                    </a:ext>
                  </a:extLst>
                </a:gridCol>
                <a:gridCol w="9161370">
                  <a:extLst>
                    <a:ext uri="{9D8B030D-6E8A-4147-A177-3AD203B41FA5}">
                      <a16:colId xmlns:a16="http://schemas.microsoft.com/office/drawing/2014/main" val="2574904403"/>
                    </a:ext>
                  </a:extLst>
                </a:gridCol>
                <a:gridCol w="1895454">
                  <a:extLst>
                    <a:ext uri="{9D8B030D-6E8A-4147-A177-3AD203B41FA5}">
                      <a16:colId xmlns:a16="http://schemas.microsoft.com/office/drawing/2014/main" val="2555095949"/>
                    </a:ext>
                  </a:extLst>
                </a:gridCol>
              </a:tblGrid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 dirty="0">
                          <a:effectLst/>
                        </a:rPr>
                        <a:t>1.1 - Atividades econômicas de uso sustentável da floresta e da biodiversidade identificadas e desenvolvidas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390631918"/>
                  </a:ext>
                </a:extLst>
              </a:tr>
              <a:tr h="4980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Equipamentos de transporte adquiridos para produção sustentável - embarcações / carros / caminhões / tratores e motocicletas (nº de equipamentos)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09161730"/>
                  </a:ext>
                </a:extLst>
              </a:tr>
              <a:tr h="4980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1.1.2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Estudos para produção sustentável elaborados - diagnósticos / planos de negócios / planos de comunicação (nº de estudos)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95506454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1.1.3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Eventos integradores para produção sustentável - seminários / oficinas realizados (nº de eventos)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141</a:t>
                      </a:r>
                      <a:endParaRPr lang="pt-BR" sz="1400" b="0" i="0" u="none" strike="noStrike">
                        <a:solidFill>
                          <a:srgbClr val="305496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12680986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1.1.4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Imóveis rurais beneficiados com assistência técnica (nº de imóveis)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352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187010760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1.1.5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Imóveis rurais com projetos de produção sustentável implantados (nº de imóveis)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352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74588769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1.1.6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Instituições apoiadas indiretamente - aglutinadas / chamadas públicas de parceiros (nº de instituições)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624834500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1.1.7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Mulheres diretamente beneficiadas pelo projeto - produção sustentável (nº de mulheres)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312</a:t>
                      </a:r>
                      <a:endParaRPr lang="pt-BR" sz="1400" b="0" i="0" u="none" strike="noStrike">
                        <a:solidFill>
                          <a:srgbClr val="305496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35386719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1.1.8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Projetos de médio ou grande porte apoiados por entidades aglutinadoras - projetos acima de R$ 150 mil (nº de projetos)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3031951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1.1.9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Publicações pedagógicas ou mídias elaboradas para produção sustentável (nº de publicações)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490323591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1.1.10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Total de indivíduos diretamente beneficiados pelo projeto </a:t>
                      </a:r>
                      <a:r>
                        <a:rPr lang="pt-BR" sz="1400" u="none" strike="noStrike">
                          <a:effectLst/>
                        </a:rPr>
                        <a:t>- produção</a:t>
                      </a:r>
                      <a:r>
                        <a:rPr lang="pt-BR" sz="1400" u="none" strike="noStrike" dirty="0">
                          <a:effectLst/>
                        </a:rPr>
                        <a:t> sustentável (nº de indivíduos)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2780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091677382"/>
                  </a:ext>
                </a:extLst>
              </a:tr>
              <a:tr h="49800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1.1.11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Unidades demonstrativas implantadas - sistemas </a:t>
                      </a:r>
                      <a:r>
                        <a:rPr lang="pt-BR" sz="1400" u="none" strike="noStrike" dirty="0" err="1">
                          <a:effectLst/>
                        </a:rPr>
                        <a:t>agroforestais</a:t>
                      </a:r>
                      <a:r>
                        <a:rPr lang="pt-BR" sz="1400" u="none" strike="noStrike" dirty="0">
                          <a:effectLst/>
                        </a:rPr>
                        <a:t> / pecuária sustentável / integração lavoura-pecuária-floresta (nº de unidades demonstrativas)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7711417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1.1.12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Área de floresta diretamente manejada (hectares)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960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371193205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1.1.13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Faturamento anual com atividade econômica de uso sustentável - produtos in natura (R$ mil)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 R$ 3.744.000</a:t>
                      </a:r>
                      <a:r>
                        <a:rPr lang="pt-BR" sz="1400" u="none" strike="noStrike" dirty="0">
                          <a:effectLst/>
                        </a:rPr>
                        <a:t>,00 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294009651"/>
                  </a:ext>
                </a:extLst>
              </a:tr>
              <a:tr h="345837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1.1.14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Organizações do terceiro setor que avançaram em gestão e governança (nº de organizações)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562412287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B2E78B09-1463-9AAF-ACE3-E5EB2F3822C9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CF085B55-01FD-718E-9E1C-5E876561DBC6}"/>
              </a:ext>
            </a:extLst>
          </p:cNvPr>
          <p:cNvSpPr txBox="1"/>
          <p:nvPr/>
        </p:nvSpPr>
        <p:spPr>
          <a:xfrm>
            <a:off x="3347911" y="128952"/>
            <a:ext cx="5490841" cy="47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QR</a:t>
            </a:r>
            <a:endParaRPr lang="pt-BR"/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3355CAF2-71E7-9E52-EEDE-4EE8ED1A95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430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4BC35E6-F2AC-C640-C762-C200159F9F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CACF2F67-7EBA-BE3B-1491-0FA7AF1C28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30024246"/>
              </p:ext>
            </p:extLst>
          </p:nvPr>
        </p:nvGraphicFramePr>
        <p:xfrm>
          <a:off x="226919" y="897698"/>
          <a:ext cx="11735543" cy="585209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04332">
                  <a:extLst>
                    <a:ext uri="{9D8B030D-6E8A-4147-A177-3AD203B41FA5}">
                      <a16:colId xmlns:a16="http://schemas.microsoft.com/office/drawing/2014/main" val="3321668786"/>
                    </a:ext>
                  </a:extLst>
                </a:gridCol>
                <a:gridCol w="9436906">
                  <a:extLst>
                    <a:ext uri="{9D8B030D-6E8A-4147-A177-3AD203B41FA5}">
                      <a16:colId xmlns:a16="http://schemas.microsoft.com/office/drawing/2014/main" val="1710474654"/>
                    </a:ext>
                  </a:extLst>
                </a:gridCol>
                <a:gridCol w="1694305">
                  <a:extLst>
                    <a:ext uri="{9D8B030D-6E8A-4147-A177-3AD203B41FA5}">
                      <a16:colId xmlns:a16="http://schemas.microsoft.com/office/drawing/2014/main" val="106175978"/>
                    </a:ext>
                  </a:extLst>
                </a:gridCol>
              </a:tblGrid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 dirty="0">
                          <a:effectLst/>
                        </a:rPr>
                        <a:t>1.2 - Cadeias dos produtos agroflorestais e da biodiversidade com valor agregado ampliado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019592350"/>
                  </a:ext>
                </a:extLst>
              </a:tr>
              <a:tr h="5934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1.2.1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Equipamentos de transporte adquiridos para produção sustentável - embarcações / carros / caminhões / tratores e motocicletas (nº de equipamentos)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170651842"/>
                  </a:ext>
                </a:extLst>
              </a:tr>
              <a:tr h="5934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1.2.2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Estudos para produção sustentável elaborados - diagnósticos / planos de negócios / planos de comunicação (nº de estudos)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15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464562299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1.2.3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Eventos integradores para produção sustentável - seminários / oficinas realizados (nº de eventos)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141</a:t>
                      </a:r>
                      <a:endParaRPr lang="pt-BR" sz="1400" b="0" i="0" u="none" strike="noStrike">
                        <a:solidFill>
                          <a:srgbClr val="305496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274843359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1.2.4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Instituições apoiadas indiretamente - aglutinadas / chamadas públicas de parceiros (nº de instituições)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02268310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1.2.5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Mulheres diretamente beneficiadas pelo projeto - produção sustentável (nº de mulheres)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312</a:t>
                      </a:r>
                      <a:endParaRPr lang="pt-BR" sz="1400" b="0" i="0" u="none" strike="noStrike">
                        <a:solidFill>
                          <a:srgbClr val="305496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936537932"/>
                  </a:ext>
                </a:extLst>
              </a:tr>
              <a:tr h="46927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1.2.6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Projetos de médio ou grande porte apoiados por entidades aglutinadoras - projetos acima de R$ 150 mil (nº de projetos)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916965731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1.2.7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Publicações pedagógicas ou mídias elaboradas para produção sustentável (nº de publicações)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113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551925276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1.2.8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Total de indivíduos diretamente beneficiados pelo projeto </a:t>
                      </a:r>
                      <a:r>
                        <a:rPr lang="pt-BR" sz="1400" u="none" strike="noStrike">
                          <a:effectLst/>
                        </a:rPr>
                        <a:t>- produção</a:t>
                      </a:r>
                      <a:r>
                        <a:rPr lang="pt-BR" sz="1400" u="none" strike="noStrike" dirty="0">
                          <a:effectLst/>
                        </a:rPr>
                        <a:t> sustentável (nº de indivíduos)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3080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33792995"/>
                  </a:ext>
                </a:extLst>
              </a:tr>
              <a:tr h="59349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1.2.9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- Unidades de beneficiamento de produtos da agricultura familiar e do extrativismo implantadas, ampliadas ou </a:t>
                      </a:r>
                      <a:r>
                        <a:rPr lang="pt-BR" sz="1400" u="none" strike="noStrike">
                          <a:effectLst/>
                        </a:rPr>
                        <a:t>reformadas </a:t>
                      </a:r>
                      <a:r>
                        <a:rPr lang="pt-BR" sz="1400" u="none" strike="noStrike" dirty="0">
                          <a:effectLst/>
                        </a:rPr>
                        <a:t>(nº de unidades de beneficiamento)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10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073271039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1.2.10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Área de floresta diretamente manejada (hectares)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960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816245125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1.2.11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Faturamento anual com atividade econômica de uso sustentável -produtos beneficiados e serviços (R$ mil)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 R</a:t>
                      </a:r>
                      <a:r>
                        <a:rPr lang="pt-BR" sz="1400" u="none" strike="noStrike">
                          <a:effectLst/>
                        </a:rPr>
                        <a:t>$ 11.920.000,00 </a:t>
                      </a:r>
                      <a:endParaRPr lang="pt-BR" sz="14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541006591"/>
                  </a:ext>
                </a:extLst>
              </a:tr>
              <a:tr h="400261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b="1" u="none" strike="noStrike">
                          <a:effectLst/>
                        </a:rPr>
                        <a:t>1.2.12</a:t>
                      </a:r>
                      <a:endParaRPr lang="pt-BR" sz="14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400" u="none" strike="noStrike">
                          <a:effectLst/>
                        </a:rPr>
                        <a:t>- Organizações do terceiro setor que avançaram em gestão e governança (nº de organizações)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400" u="none" strike="noStrike" dirty="0">
                          <a:effectLst/>
                        </a:rPr>
                        <a:t>11</a:t>
                      </a:r>
                      <a:endParaRPr lang="pt-BR" sz="14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2136345578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0AB1013-A094-E5A3-DF4E-A451D021CF2C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624AF106-7E90-E78B-4836-106DEFBC371D}"/>
              </a:ext>
            </a:extLst>
          </p:cNvPr>
          <p:cNvSpPr txBox="1"/>
          <p:nvPr/>
        </p:nvSpPr>
        <p:spPr>
          <a:xfrm>
            <a:off x="3347911" y="128952"/>
            <a:ext cx="5490841" cy="47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QR</a:t>
            </a:r>
            <a:endParaRPr lang="pt-BR"/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631FB349-05F0-D8A0-411E-D8C1EFBE2A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54182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42BA53-78EB-4C80-5628-0541DD027D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49AE61C7-6FD6-3B4C-FB1E-1B97CB81F3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70937781"/>
              </p:ext>
            </p:extLst>
          </p:nvPr>
        </p:nvGraphicFramePr>
        <p:xfrm>
          <a:off x="153774" y="1015880"/>
          <a:ext cx="11881408" cy="562382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98675">
                  <a:extLst>
                    <a:ext uri="{9D8B030D-6E8A-4147-A177-3AD203B41FA5}">
                      <a16:colId xmlns:a16="http://schemas.microsoft.com/office/drawing/2014/main" val="3331731141"/>
                    </a:ext>
                  </a:extLst>
                </a:gridCol>
                <a:gridCol w="9348551">
                  <a:extLst>
                    <a:ext uri="{9D8B030D-6E8A-4147-A177-3AD203B41FA5}">
                      <a16:colId xmlns:a16="http://schemas.microsoft.com/office/drawing/2014/main" val="875841396"/>
                    </a:ext>
                  </a:extLst>
                </a:gridCol>
                <a:gridCol w="1934182">
                  <a:extLst>
                    <a:ext uri="{9D8B030D-6E8A-4147-A177-3AD203B41FA5}">
                      <a16:colId xmlns:a16="http://schemas.microsoft.com/office/drawing/2014/main" val="3121723011"/>
                    </a:ext>
                  </a:extLst>
                </a:gridCol>
              </a:tblGrid>
              <a:tr h="597002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endParaRPr lang="pt-BR" sz="1600" b="1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 dirty="0">
                          <a:effectLst/>
                        </a:rPr>
                        <a:t>1.3 - Capacidades gerencial e técnica ampliadas para a implementação de atividades econômicas de uso sustentável da floresta e da biodiversidade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985853646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1.3.1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- Capacitação para a prática e gestão de atividades econômicas sustentáveis - mulheres (nº de mulheres)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252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592912874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1.3.2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Capacitação para a prática e gestão de atividades econômicas sustentáveis - total (nº de pessoas)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940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821186655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1.3.3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- Eventos integradores para produção sustentável - seminários / oficinas realizados (nº de eventos)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141</a:t>
                      </a:r>
                      <a:endParaRPr lang="pt-BR" sz="1600" b="0" i="0" u="none" strike="noStrike">
                        <a:solidFill>
                          <a:srgbClr val="305496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96086741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1.3.4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Instituições apoiadas indiretamente - aglutinadas / chamadas públicas de parceiros (nº de instituições)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157017141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1.3.5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Mulheres diretamente beneficiadas pelo projeto - produção sustentável (nº de mulheres)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342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093091393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1.3.6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Projetos de médio ou grande porte apoiados por entidades aglutinadoras - projetos acima de R$ 150 mil (nº de projetos)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21659269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1.3.7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Publicações pedagógicas ou mídias elaboradas para produção sustentável (nº de publicações)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113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485134049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1.3.8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- Total de indivíduos diretamente beneficiados pelo projeto </a:t>
                      </a:r>
                      <a:r>
                        <a:rPr lang="pt-BR" sz="1600" u="none" strike="noStrike">
                          <a:effectLst/>
                        </a:rPr>
                        <a:t>- produção</a:t>
                      </a:r>
                      <a:r>
                        <a:rPr lang="pt-BR" sz="1600" u="none" strike="noStrike" dirty="0">
                          <a:effectLst/>
                        </a:rPr>
                        <a:t> sustentável (nº de indivíduos)</a:t>
                      </a:r>
                      <a:endParaRPr lang="pt-BR" sz="16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3080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645784204"/>
                  </a:ext>
                </a:extLst>
              </a:tr>
              <a:tr h="6024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1.3.9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Indivíduos capacitados para a prática e gestão de atividades econômicas sustentáveis que efetivamente aplicam os conhecimentos adquiridos - mulheres (nº de mulheres)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252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660709221"/>
                  </a:ext>
                </a:extLst>
              </a:tr>
              <a:tr h="602459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1.3.10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Indivíduos capacitados para a prática e gestão de atividades econômicas sustentáveis que efetivamente aplicam os conhecimentos adquiridos - total (nº de indivíduos)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940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1741457437"/>
                  </a:ext>
                </a:extLst>
              </a:tr>
              <a:tr h="415984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b="1" u="none" strike="noStrike">
                          <a:effectLst/>
                        </a:rPr>
                        <a:t>1.3.11</a:t>
                      </a:r>
                      <a:endParaRPr lang="pt-BR" sz="1600" b="1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600" u="none" strike="noStrike">
                          <a:effectLst/>
                        </a:rPr>
                        <a:t>- Organizações do terceiro setor que avançaram em gestão e governança (nº de organizações)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600" u="none" strike="noStrike" dirty="0">
                          <a:effectLst/>
                        </a:rPr>
                        <a:t>11</a:t>
                      </a:r>
                      <a:endParaRPr lang="pt-BR" sz="16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76254156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D438D530-E890-315D-92AF-678A3AFFC563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892684C4-5C34-2322-1788-56944F856A15}"/>
              </a:ext>
            </a:extLst>
          </p:cNvPr>
          <p:cNvSpPr txBox="1"/>
          <p:nvPr/>
        </p:nvSpPr>
        <p:spPr>
          <a:xfrm>
            <a:off x="3347911" y="128952"/>
            <a:ext cx="5490841" cy="47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QR</a:t>
            </a:r>
            <a:endParaRPr lang="pt-BR"/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37ED4811-6419-C040-34AF-2E629C1512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20008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AD8FDB-A718-47DC-E77A-C1A0F48EF3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ela 1">
            <a:extLst>
              <a:ext uri="{FF2B5EF4-FFF2-40B4-BE49-F238E27FC236}">
                <a16:creationId xmlns:a16="http://schemas.microsoft.com/office/drawing/2014/main" id="{3D54B2A4-0111-7195-8F40-19D0CE27C9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6864279"/>
              </p:ext>
            </p:extLst>
          </p:nvPr>
        </p:nvGraphicFramePr>
        <p:xfrm>
          <a:off x="553963" y="1672686"/>
          <a:ext cx="11080222" cy="1757549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58305">
                  <a:extLst>
                    <a:ext uri="{9D8B030D-6E8A-4147-A177-3AD203B41FA5}">
                      <a16:colId xmlns:a16="http://schemas.microsoft.com/office/drawing/2014/main" val="3659981549"/>
                    </a:ext>
                  </a:extLst>
                </a:gridCol>
                <a:gridCol w="8718160">
                  <a:extLst>
                    <a:ext uri="{9D8B030D-6E8A-4147-A177-3AD203B41FA5}">
                      <a16:colId xmlns:a16="http://schemas.microsoft.com/office/drawing/2014/main" val="3801978626"/>
                    </a:ext>
                  </a:extLst>
                </a:gridCol>
                <a:gridCol w="1803757">
                  <a:extLst>
                    <a:ext uri="{9D8B030D-6E8A-4147-A177-3AD203B41FA5}">
                      <a16:colId xmlns:a16="http://schemas.microsoft.com/office/drawing/2014/main" val="3006897048"/>
                    </a:ext>
                  </a:extLst>
                </a:gridCol>
              </a:tblGrid>
              <a:tr h="6584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 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b="1" u="none" strike="noStrike" dirty="0">
                          <a:effectLst/>
                        </a:rPr>
                        <a:t>1.4 - Áreas desmatadas e degradadas recuperadas e utilizadas para fins econômicos e de conservação ecológica</a:t>
                      </a:r>
                      <a:endParaRPr lang="pt-BR" sz="175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 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86140656"/>
                  </a:ext>
                </a:extLst>
              </a:tr>
              <a:tr h="65843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1.4.1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- Área com ações concluídas de recuperação da cobertura vegetal - sistemas agroflorestais SAFs (hectares)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200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4267702649"/>
                  </a:ext>
                </a:extLst>
              </a:tr>
              <a:tr h="440683"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1.4.2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l" fontAlgn="t">
                        <a:buNone/>
                      </a:pPr>
                      <a:r>
                        <a:rPr lang="pt-BR" sz="1750" u="none" strike="noStrike">
                          <a:effectLst/>
                        </a:rPr>
                        <a:t>- Área recuperada em utilização para fins econômicos (hectares)</a:t>
                      </a:r>
                      <a:endParaRPr lang="pt-BR" sz="175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fontAlgn="t">
                        <a:buNone/>
                      </a:pPr>
                      <a:r>
                        <a:rPr lang="pt-BR" sz="1750" u="none" strike="noStrike" dirty="0">
                          <a:effectLst/>
                        </a:rPr>
                        <a:t>300</a:t>
                      </a:r>
                      <a:endParaRPr lang="pt-BR" sz="175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/>
                </a:tc>
                <a:extLst>
                  <a:ext uri="{0D108BD9-81ED-4DB2-BD59-A6C34878D82A}">
                    <a16:rowId xmlns:a16="http://schemas.microsoft.com/office/drawing/2014/main" val="3236094989"/>
                  </a:ext>
                </a:extLst>
              </a:tr>
            </a:tbl>
          </a:graphicData>
        </a:graphic>
      </p:graphicFrame>
      <p:sp>
        <p:nvSpPr>
          <p:cNvPr id="5" name="Retângulo 4">
            <a:extLst>
              <a:ext uri="{FF2B5EF4-FFF2-40B4-BE49-F238E27FC236}">
                <a16:creationId xmlns:a16="http://schemas.microsoft.com/office/drawing/2014/main" id="{E8FFF062-B164-BC0B-ECAB-B191882076DC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CF3302F9-C2C4-7DA6-7756-03405E3E13DB}"/>
              </a:ext>
            </a:extLst>
          </p:cNvPr>
          <p:cNvSpPr txBox="1"/>
          <p:nvPr/>
        </p:nvSpPr>
        <p:spPr>
          <a:xfrm>
            <a:off x="3347911" y="128952"/>
            <a:ext cx="5490841" cy="472103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>
                <a:solidFill>
                  <a:srgbClr val="F5EBDA"/>
                </a:solidFill>
              </a:rPr>
              <a:t>PROJETO </a:t>
            </a:r>
            <a:r>
              <a:rPr lang="pt-BR" sz="2400" b="1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 –</a:t>
            </a:r>
            <a:r>
              <a:rPr lang="pt-BR" sz="2400">
                <a:solidFill>
                  <a:srgbClr val="F5EBDA"/>
                </a:solidFill>
              </a:rPr>
              <a:t> QR</a:t>
            </a:r>
            <a:endParaRPr lang="pt-BR"/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7A41D525-AFF2-EBFF-0D93-E82FFE375FF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431988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6916C84-F614-A038-ECD2-0060392B39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ela 2">
            <a:extLst>
              <a:ext uri="{FF2B5EF4-FFF2-40B4-BE49-F238E27FC236}">
                <a16:creationId xmlns:a16="http://schemas.microsoft.com/office/drawing/2014/main" id="{D73D5BC7-56D3-0355-4C19-80836374A14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5463845"/>
              </p:ext>
            </p:extLst>
          </p:nvPr>
        </p:nvGraphicFramePr>
        <p:xfrm>
          <a:off x="448848" y="887260"/>
          <a:ext cx="11310438" cy="5796723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97279">
                  <a:extLst>
                    <a:ext uri="{9D8B030D-6E8A-4147-A177-3AD203B41FA5}">
                      <a16:colId xmlns:a16="http://schemas.microsoft.com/office/drawing/2014/main" val="2011862872"/>
                    </a:ext>
                  </a:extLst>
                </a:gridCol>
                <a:gridCol w="1774979">
                  <a:extLst>
                    <a:ext uri="{9D8B030D-6E8A-4147-A177-3AD203B41FA5}">
                      <a16:colId xmlns:a16="http://schemas.microsoft.com/office/drawing/2014/main" val="4210769350"/>
                    </a:ext>
                  </a:extLst>
                </a:gridCol>
                <a:gridCol w="1780979">
                  <a:extLst>
                    <a:ext uri="{9D8B030D-6E8A-4147-A177-3AD203B41FA5}">
                      <a16:colId xmlns:a16="http://schemas.microsoft.com/office/drawing/2014/main" val="2739642084"/>
                    </a:ext>
                  </a:extLst>
                </a:gridCol>
                <a:gridCol w="1355161">
                  <a:extLst>
                    <a:ext uri="{9D8B030D-6E8A-4147-A177-3AD203B41FA5}">
                      <a16:colId xmlns:a16="http://schemas.microsoft.com/office/drawing/2014/main" val="2951955008"/>
                    </a:ext>
                  </a:extLst>
                </a:gridCol>
                <a:gridCol w="2236141">
                  <a:extLst>
                    <a:ext uri="{9D8B030D-6E8A-4147-A177-3AD203B41FA5}">
                      <a16:colId xmlns:a16="http://schemas.microsoft.com/office/drawing/2014/main" val="2685664450"/>
                    </a:ext>
                  </a:extLst>
                </a:gridCol>
                <a:gridCol w="1283610">
                  <a:extLst>
                    <a:ext uri="{9D8B030D-6E8A-4147-A177-3AD203B41FA5}">
                      <a16:colId xmlns:a16="http://schemas.microsoft.com/office/drawing/2014/main" val="67251966"/>
                    </a:ext>
                  </a:extLst>
                </a:gridCol>
                <a:gridCol w="1482289">
                  <a:extLst>
                    <a:ext uri="{9D8B030D-6E8A-4147-A177-3AD203B41FA5}">
                      <a16:colId xmlns:a16="http://schemas.microsoft.com/office/drawing/2014/main" val="4033494986"/>
                    </a:ext>
                  </a:extLst>
                </a:gridCol>
              </a:tblGrid>
              <a:tr h="633595">
                <a:tc>
                  <a:txBody>
                    <a:bodyPr/>
                    <a:lstStyle/>
                    <a:p>
                      <a:r>
                        <a:rPr lang="pt-BR" sz="1600" dirty="0"/>
                        <a:t>Aglutinada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Nº de </a:t>
                      </a:r>
                      <a:r>
                        <a:rPr lang="pt-BR" sz="1600" dirty="0" err="1"/>
                        <a:t>Beneficiári@s</a:t>
                      </a:r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Agroindústrias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Veículos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Estudos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Eventos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Publicações ou mídias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95372905"/>
                  </a:ext>
                </a:extLst>
              </a:tr>
              <a:tr h="633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AEFAC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120+200 jovens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Voadeira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pt-BR" sz="1600" dirty="0"/>
                        <a:t>2 PE da </a:t>
                      </a:r>
                      <a:r>
                        <a:rPr lang="pt-BR" sz="1600"/>
                        <a:t>cooperativa e</a:t>
                      </a:r>
                      <a:r>
                        <a:rPr lang="pt-BR" sz="1600" dirty="0"/>
                        <a:t> </a:t>
                      </a:r>
                      <a:endParaRPr lang="pt-BR"/>
                    </a:p>
                    <a:p>
                      <a:pPr marL="0" lvl="0" indent="0">
                        <a:buNone/>
                      </a:pPr>
                      <a:r>
                        <a:rPr lang="pt-BR" sz="1600"/>
                        <a:t>1 </a:t>
                      </a:r>
                      <a:r>
                        <a:rPr lang="pt-BR" sz="1600" dirty="0"/>
                        <a:t>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5557958"/>
                  </a:ext>
                </a:extLst>
              </a:tr>
              <a:tr h="633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AEFAM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 + 45 alunos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Voadeira</a:t>
                      </a:r>
                    </a:p>
                    <a:p>
                      <a:r>
                        <a:rPr lang="pt-BR" sz="1600" dirty="0"/>
                        <a:t>1 Braco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38040522"/>
                  </a:ext>
                </a:extLst>
              </a:tr>
              <a:tr h="633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ATASB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Voadeira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PN</a:t>
                      </a:r>
                      <a:r>
                        <a:rPr lang="pt-BR" sz="1600" dirty="0"/>
                        <a:t> açaí e</a:t>
                      </a:r>
                    </a:p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PN</a:t>
                      </a:r>
                      <a:r>
                        <a:rPr lang="pt-BR" sz="1600" dirty="0"/>
                        <a:t> palmito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9463881"/>
                  </a:ext>
                </a:extLst>
              </a:tr>
              <a:tr h="3639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ASBAP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2398193"/>
                  </a:ext>
                </a:extLst>
              </a:tr>
              <a:tr h="90321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FVPP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caminhonete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4 </a:t>
                      </a:r>
                      <a:r>
                        <a:rPr lang="pt-BR" sz="1600"/>
                        <a:t>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92246695"/>
                  </a:ext>
                </a:extLst>
              </a:tr>
              <a:tr h="633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FAMCEEF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1 </a:t>
                      </a:r>
                      <a:r>
                        <a:rPr lang="pt-BR" sz="1600"/>
                        <a:t>pick-up</a:t>
                      </a:r>
                      <a:endParaRPr lang="pt-BR" sz="16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PN</a:t>
                      </a:r>
                      <a:r>
                        <a:rPr lang="pt-BR" sz="1600" dirty="0"/>
                        <a:t> e estudo de mercado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5542283"/>
                  </a:ext>
                </a:extLst>
              </a:tr>
              <a:tr h="363981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FOQS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100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pick-up</a:t>
                      </a:r>
                      <a:endParaRPr lang="pt-BR" sz="1600" dirty="0" err="1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9826060"/>
                  </a:ext>
                </a:extLst>
              </a:tr>
              <a:tr h="633595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pt-BR" sz="1600" b="1" i="0" u="none" strike="noStrike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ASAFAB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80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600" dirty="0"/>
                        <a:t>1 </a:t>
                      </a:r>
                      <a:r>
                        <a:rPr lang="pt-BR" sz="1600"/>
                        <a:t>pick-up</a:t>
                      </a:r>
                      <a:endParaRPr lang="pt-BR" sz="1600" dirty="0" err="1"/>
                    </a:p>
                    <a:p>
                      <a:r>
                        <a:rPr lang="pt-BR" sz="1600" dirty="0"/>
                        <a:t>1 Moto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 </a:t>
                      </a:r>
                      <a:r>
                        <a:rPr lang="pt-BR" sz="1600"/>
                        <a:t>PN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34650407"/>
                  </a:ext>
                </a:extLst>
              </a:tr>
              <a:tr h="363981"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1305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sz="1600" dirty="0"/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pt-BR" sz="1600" dirty="0"/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pt-BR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pt-BR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75184346"/>
                  </a:ext>
                </a:extLst>
              </a:tr>
            </a:tbl>
          </a:graphicData>
        </a:graphic>
      </p:graphicFrame>
      <p:sp>
        <p:nvSpPr>
          <p:cNvPr id="4" name="Retângulo 3">
            <a:extLst>
              <a:ext uri="{FF2B5EF4-FFF2-40B4-BE49-F238E27FC236}">
                <a16:creationId xmlns:a16="http://schemas.microsoft.com/office/drawing/2014/main" id="{B34064F5-B424-83A1-DD0A-28927B165E1F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0" name="CaixaDeTexto 7">
            <a:extLst>
              <a:ext uri="{FF2B5EF4-FFF2-40B4-BE49-F238E27FC236}">
                <a16:creationId xmlns:a16="http://schemas.microsoft.com/office/drawing/2014/main" id="{33875725-B015-E77E-EE86-1E77FD8BDB81}"/>
              </a:ext>
            </a:extLst>
          </p:cNvPr>
          <p:cNvSpPr txBox="1"/>
          <p:nvPr/>
        </p:nvSpPr>
        <p:spPr>
          <a:xfrm>
            <a:off x="1589048" y="139392"/>
            <a:ext cx="900856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F5EBDA"/>
                </a:solidFill>
              </a:rPr>
              <a:t>PROJETO </a:t>
            </a:r>
            <a:r>
              <a:rPr lang="pt-BR" sz="2400" b="1" dirty="0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 dirty="0">
                <a:solidFill>
                  <a:srgbClr val="F5EBDA"/>
                </a:solidFill>
              </a:rPr>
              <a:t> AMAZÔNIA –</a:t>
            </a:r>
            <a:r>
              <a:rPr lang="pt-BR" sz="2400" dirty="0">
                <a:solidFill>
                  <a:srgbClr val="F5EBDA"/>
                </a:solidFill>
              </a:rPr>
              <a:t> </a:t>
            </a:r>
            <a:r>
              <a:rPr lang="pt-BR" sz="2400">
                <a:solidFill>
                  <a:srgbClr val="F5EBDA"/>
                </a:solidFill>
              </a:rPr>
              <a:t>NÚMEROS DAS AGLUTINADAS</a:t>
            </a:r>
            <a:endParaRPr lang="pt-BR" dirty="0" err="1"/>
          </a:p>
        </p:txBody>
      </p:sp>
      <p:pic>
        <p:nvPicPr>
          <p:cNvPr id="12" name="Imagem 11" descr="Texto&#10;&#10;O conteúdo gerado por IA pode estar incorreto.">
            <a:extLst>
              <a:ext uri="{FF2B5EF4-FFF2-40B4-BE49-F238E27FC236}">
                <a16:creationId xmlns:a16="http://schemas.microsoft.com/office/drawing/2014/main" id="{C7D3F8C1-8E15-B325-7922-296A31FC3C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193764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BE9C2FA-C82D-3ECE-56FE-250A502FF2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36CAA1E3-2F22-AB26-D605-8DCDA845D992}"/>
              </a:ext>
            </a:extLst>
          </p:cNvPr>
          <p:cNvSpPr txBox="1"/>
          <p:nvPr/>
        </p:nvSpPr>
        <p:spPr>
          <a:xfrm>
            <a:off x="137682" y="905992"/>
            <a:ext cx="12057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u="sng" dirty="0"/>
              <a:t>COMPONENTES</a:t>
            </a:r>
            <a:r>
              <a:rPr lang="pt-BR" b="1" u="sng" dirty="0"/>
              <a:t>. PRODUTOS E ATIVIDADES</a:t>
            </a:r>
            <a:r>
              <a:rPr lang="pt-BR" sz="1800" b="1" u="sng" dirty="0"/>
              <a:t> DAS AGLUTINADAS</a:t>
            </a:r>
          </a:p>
        </p:txBody>
      </p:sp>
      <p:sp>
        <p:nvSpPr>
          <p:cNvPr id="10" name="Octógono 9">
            <a:extLst>
              <a:ext uri="{FF2B5EF4-FFF2-40B4-BE49-F238E27FC236}">
                <a16:creationId xmlns:a16="http://schemas.microsoft.com/office/drawing/2014/main" id="{23215996-6A8C-89EE-D316-E41FD7AC6EBE}"/>
              </a:ext>
            </a:extLst>
          </p:cNvPr>
          <p:cNvSpPr/>
          <p:nvPr/>
        </p:nvSpPr>
        <p:spPr>
          <a:xfrm>
            <a:off x="1878844" y="1381667"/>
            <a:ext cx="8389179" cy="369332"/>
          </a:xfrm>
          <a:custGeom>
            <a:avLst/>
            <a:gdLst>
              <a:gd name="csX0" fmla="*/ 0 w 8389179"/>
              <a:gd name="csY0" fmla="*/ 108174 h 369332"/>
              <a:gd name="csX1" fmla="*/ 108174 w 8389179"/>
              <a:gd name="csY1" fmla="*/ 0 h 369332"/>
              <a:gd name="csX2" fmla="*/ 544058 w 8389179"/>
              <a:gd name="csY2" fmla="*/ 0 h 369332"/>
              <a:gd name="csX3" fmla="*/ 1306856 w 8389179"/>
              <a:gd name="csY3" fmla="*/ 0 h 369332"/>
              <a:gd name="csX4" fmla="*/ 1742740 w 8389179"/>
              <a:gd name="csY4" fmla="*/ 0 h 369332"/>
              <a:gd name="csX5" fmla="*/ 2178625 w 8389179"/>
              <a:gd name="csY5" fmla="*/ 0 h 369332"/>
              <a:gd name="csX6" fmla="*/ 2941422 w 8389179"/>
              <a:gd name="csY6" fmla="*/ 0 h 369332"/>
              <a:gd name="csX7" fmla="*/ 3459035 w 8389179"/>
              <a:gd name="csY7" fmla="*/ 0 h 369332"/>
              <a:gd name="csX8" fmla="*/ 4303561 w 8389179"/>
              <a:gd name="csY8" fmla="*/ 0 h 369332"/>
              <a:gd name="csX9" fmla="*/ 4984630 w 8389179"/>
              <a:gd name="csY9" fmla="*/ 0 h 369332"/>
              <a:gd name="csX10" fmla="*/ 5665699 w 8389179"/>
              <a:gd name="csY10" fmla="*/ 0 h 369332"/>
              <a:gd name="csX11" fmla="*/ 6428497 w 8389179"/>
              <a:gd name="csY11" fmla="*/ 0 h 369332"/>
              <a:gd name="csX12" fmla="*/ 7191294 w 8389179"/>
              <a:gd name="csY12" fmla="*/ 0 h 369332"/>
              <a:gd name="csX13" fmla="*/ 7627179 w 8389179"/>
              <a:gd name="csY13" fmla="*/ 0 h 369332"/>
              <a:gd name="csX14" fmla="*/ 8281005 w 8389179"/>
              <a:gd name="csY14" fmla="*/ 0 h 369332"/>
              <a:gd name="csX15" fmla="*/ 8389179 w 8389179"/>
              <a:gd name="csY15" fmla="*/ 108174 h 369332"/>
              <a:gd name="csX16" fmla="*/ 8389179 w 8389179"/>
              <a:gd name="csY16" fmla="*/ 261158 h 369332"/>
              <a:gd name="csX17" fmla="*/ 8281005 w 8389179"/>
              <a:gd name="csY17" fmla="*/ 369332 h 369332"/>
              <a:gd name="csX18" fmla="*/ 7518207 w 8389179"/>
              <a:gd name="csY18" fmla="*/ 369332 h 369332"/>
              <a:gd name="csX19" fmla="*/ 7000595 w 8389179"/>
              <a:gd name="csY19" fmla="*/ 369332 h 369332"/>
              <a:gd name="csX20" fmla="*/ 6482982 w 8389179"/>
              <a:gd name="csY20" fmla="*/ 369332 h 369332"/>
              <a:gd name="csX21" fmla="*/ 5801913 w 8389179"/>
              <a:gd name="csY21" fmla="*/ 369332 h 369332"/>
              <a:gd name="csX22" fmla="*/ 5366029 w 8389179"/>
              <a:gd name="csY22" fmla="*/ 369332 h 369332"/>
              <a:gd name="csX23" fmla="*/ 4766688 w 8389179"/>
              <a:gd name="csY23" fmla="*/ 369332 h 369332"/>
              <a:gd name="csX24" fmla="*/ 4167347 w 8389179"/>
              <a:gd name="csY24" fmla="*/ 369332 h 369332"/>
              <a:gd name="csX25" fmla="*/ 3649734 w 8389179"/>
              <a:gd name="csY25" fmla="*/ 369332 h 369332"/>
              <a:gd name="csX26" fmla="*/ 2886937 w 8389179"/>
              <a:gd name="csY26" fmla="*/ 369332 h 369332"/>
              <a:gd name="csX27" fmla="*/ 2205867 w 8389179"/>
              <a:gd name="csY27" fmla="*/ 369332 h 369332"/>
              <a:gd name="csX28" fmla="*/ 1443070 w 8389179"/>
              <a:gd name="csY28" fmla="*/ 369332 h 369332"/>
              <a:gd name="csX29" fmla="*/ 843729 w 8389179"/>
              <a:gd name="csY29" fmla="*/ 369332 h 369332"/>
              <a:gd name="csX30" fmla="*/ 108174 w 8389179"/>
              <a:gd name="csY30" fmla="*/ 369332 h 369332"/>
              <a:gd name="csX31" fmla="*/ 0 w 8389179"/>
              <a:gd name="csY31" fmla="*/ 261158 h 369332"/>
              <a:gd name="csX32" fmla="*/ 0 w 8389179"/>
              <a:gd name="csY32" fmla="*/ 108174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8389179" h="369332" fill="none" extrusionOk="0">
                <a:moveTo>
                  <a:pt x="0" y="108174"/>
                </a:moveTo>
                <a:cubicBezTo>
                  <a:pt x="28692" y="71331"/>
                  <a:pt x="71482" y="34769"/>
                  <a:pt x="108174" y="0"/>
                </a:cubicBezTo>
                <a:cubicBezTo>
                  <a:pt x="263747" y="1029"/>
                  <a:pt x="435545" y="15736"/>
                  <a:pt x="544058" y="0"/>
                </a:cubicBezTo>
                <a:cubicBezTo>
                  <a:pt x="652571" y="-15736"/>
                  <a:pt x="1146692" y="-16587"/>
                  <a:pt x="1306856" y="0"/>
                </a:cubicBezTo>
                <a:cubicBezTo>
                  <a:pt x="1467020" y="16587"/>
                  <a:pt x="1631603" y="-11599"/>
                  <a:pt x="1742740" y="0"/>
                </a:cubicBezTo>
                <a:cubicBezTo>
                  <a:pt x="1853877" y="11599"/>
                  <a:pt x="2017160" y="19892"/>
                  <a:pt x="2178625" y="0"/>
                </a:cubicBezTo>
                <a:cubicBezTo>
                  <a:pt x="2340090" y="-19892"/>
                  <a:pt x="2772015" y="10425"/>
                  <a:pt x="2941422" y="0"/>
                </a:cubicBezTo>
                <a:cubicBezTo>
                  <a:pt x="3110829" y="-10425"/>
                  <a:pt x="3247570" y="-1982"/>
                  <a:pt x="3459035" y="0"/>
                </a:cubicBezTo>
                <a:cubicBezTo>
                  <a:pt x="3670500" y="1982"/>
                  <a:pt x="4041587" y="-32172"/>
                  <a:pt x="4303561" y="0"/>
                </a:cubicBezTo>
                <a:cubicBezTo>
                  <a:pt x="4565535" y="32172"/>
                  <a:pt x="4840220" y="-6711"/>
                  <a:pt x="4984630" y="0"/>
                </a:cubicBezTo>
                <a:cubicBezTo>
                  <a:pt x="5129040" y="6711"/>
                  <a:pt x="5447288" y="12856"/>
                  <a:pt x="5665699" y="0"/>
                </a:cubicBezTo>
                <a:cubicBezTo>
                  <a:pt x="5884110" y="-12856"/>
                  <a:pt x="6142621" y="9434"/>
                  <a:pt x="6428497" y="0"/>
                </a:cubicBezTo>
                <a:cubicBezTo>
                  <a:pt x="6714373" y="-9434"/>
                  <a:pt x="6969637" y="-24102"/>
                  <a:pt x="7191294" y="0"/>
                </a:cubicBezTo>
                <a:cubicBezTo>
                  <a:pt x="7412951" y="24102"/>
                  <a:pt x="7468169" y="-18171"/>
                  <a:pt x="7627179" y="0"/>
                </a:cubicBezTo>
                <a:cubicBezTo>
                  <a:pt x="7786190" y="18171"/>
                  <a:pt x="8089341" y="6196"/>
                  <a:pt x="8281005" y="0"/>
                </a:cubicBezTo>
                <a:cubicBezTo>
                  <a:pt x="8316990" y="34308"/>
                  <a:pt x="8363529" y="89121"/>
                  <a:pt x="8389179" y="108174"/>
                </a:cubicBezTo>
                <a:cubicBezTo>
                  <a:pt x="8393420" y="149595"/>
                  <a:pt x="8388548" y="195095"/>
                  <a:pt x="8389179" y="261158"/>
                </a:cubicBezTo>
                <a:cubicBezTo>
                  <a:pt x="8361658" y="298865"/>
                  <a:pt x="8309888" y="340997"/>
                  <a:pt x="8281005" y="369332"/>
                </a:cubicBezTo>
                <a:cubicBezTo>
                  <a:pt x="8095394" y="398101"/>
                  <a:pt x="7733951" y="353613"/>
                  <a:pt x="7518207" y="369332"/>
                </a:cubicBezTo>
                <a:cubicBezTo>
                  <a:pt x="7302463" y="385051"/>
                  <a:pt x="7176307" y="344343"/>
                  <a:pt x="7000595" y="369332"/>
                </a:cubicBezTo>
                <a:cubicBezTo>
                  <a:pt x="6824883" y="394321"/>
                  <a:pt x="6724409" y="370539"/>
                  <a:pt x="6482982" y="369332"/>
                </a:cubicBezTo>
                <a:cubicBezTo>
                  <a:pt x="6241555" y="368125"/>
                  <a:pt x="6104097" y="346093"/>
                  <a:pt x="5801913" y="369332"/>
                </a:cubicBezTo>
                <a:cubicBezTo>
                  <a:pt x="5499729" y="392571"/>
                  <a:pt x="5562841" y="378230"/>
                  <a:pt x="5366029" y="369332"/>
                </a:cubicBezTo>
                <a:cubicBezTo>
                  <a:pt x="5169217" y="360434"/>
                  <a:pt x="5031431" y="396871"/>
                  <a:pt x="4766688" y="369332"/>
                </a:cubicBezTo>
                <a:cubicBezTo>
                  <a:pt x="4501945" y="341793"/>
                  <a:pt x="4465663" y="385365"/>
                  <a:pt x="4167347" y="369332"/>
                </a:cubicBezTo>
                <a:cubicBezTo>
                  <a:pt x="3869031" y="353299"/>
                  <a:pt x="3843824" y="358543"/>
                  <a:pt x="3649734" y="369332"/>
                </a:cubicBezTo>
                <a:cubicBezTo>
                  <a:pt x="3455644" y="380121"/>
                  <a:pt x="3063316" y="383227"/>
                  <a:pt x="2886937" y="369332"/>
                </a:cubicBezTo>
                <a:cubicBezTo>
                  <a:pt x="2710558" y="355437"/>
                  <a:pt x="2544281" y="362918"/>
                  <a:pt x="2205867" y="369332"/>
                </a:cubicBezTo>
                <a:cubicBezTo>
                  <a:pt x="1867453" y="375747"/>
                  <a:pt x="1788726" y="383455"/>
                  <a:pt x="1443070" y="369332"/>
                </a:cubicBezTo>
                <a:cubicBezTo>
                  <a:pt x="1097414" y="355209"/>
                  <a:pt x="980938" y="396174"/>
                  <a:pt x="843729" y="369332"/>
                </a:cubicBezTo>
                <a:cubicBezTo>
                  <a:pt x="706520" y="342490"/>
                  <a:pt x="335454" y="364700"/>
                  <a:pt x="108174" y="369332"/>
                </a:cubicBezTo>
                <a:cubicBezTo>
                  <a:pt x="62663" y="334396"/>
                  <a:pt x="45145" y="299484"/>
                  <a:pt x="0" y="261158"/>
                </a:cubicBezTo>
                <a:cubicBezTo>
                  <a:pt x="-4617" y="225192"/>
                  <a:pt x="1423" y="180853"/>
                  <a:pt x="0" y="108174"/>
                </a:cubicBezTo>
                <a:close/>
              </a:path>
              <a:path w="8389179" h="369332" stroke="0" extrusionOk="0">
                <a:moveTo>
                  <a:pt x="0" y="108174"/>
                </a:moveTo>
                <a:cubicBezTo>
                  <a:pt x="45381" y="53661"/>
                  <a:pt x="61070" y="50613"/>
                  <a:pt x="108174" y="0"/>
                </a:cubicBezTo>
                <a:cubicBezTo>
                  <a:pt x="252984" y="19470"/>
                  <a:pt x="331530" y="14220"/>
                  <a:pt x="544058" y="0"/>
                </a:cubicBezTo>
                <a:cubicBezTo>
                  <a:pt x="756586" y="-14220"/>
                  <a:pt x="1073206" y="4788"/>
                  <a:pt x="1225128" y="0"/>
                </a:cubicBezTo>
                <a:cubicBezTo>
                  <a:pt x="1377050" y="-4788"/>
                  <a:pt x="1665076" y="-4955"/>
                  <a:pt x="1906197" y="0"/>
                </a:cubicBezTo>
                <a:cubicBezTo>
                  <a:pt x="2147318" y="4955"/>
                  <a:pt x="2354683" y="-22965"/>
                  <a:pt x="2505538" y="0"/>
                </a:cubicBezTo>
                <a:cubicBezTo>
                  <a:pt x="2656393" y="22965"/>
                  <a:pt x="2979871" y="-28395"/>
                  <a:pt x="3104879" y="0"/>
                </a:cubicBezTo>
                <a:cubicBezTo>
                  <a:pt x="3229887" y="28395"/>
                  <a:pt x="3641443" y="-13433"/>
                  <a:pt x="3785948" y="0"/>
                </a:cubicBezTo>
                <a:cubicBezTo>
                  <a:pt x="3930453" y="13433"/>
                  <a:pt x="4315407" y="25098"/>
                  <a:pt x="4548746" y="0"/>
                </a:cubicBezTo>
                <a:cubicBezTo>
                  <a:pt x="4782085" y="-25098"/>
                  <a:pt x="4807865" y="-17450"/>
                  <a:pt x="4984630" y="0"/>
                </a:cubicBezTo>
                <a:cubicBezTo>
                  <a:pt x="5161395" y="17450"/>
                  <a:pt x="5378471" y="-20299"/>
                  <a:pt x="5583971" y="0"/>
                </a:cubicBezTo>
                <a:cubicBezTo>
                  <a:pt x="5789471" y="20299"/>
                  <a:pt x="5985918" y="-18305"/>
                  <a:pt x="6101583" y="0"/>
                </a:cubicBezTo>
                <a:cubicBezTo>
                  <a:pt x="6217248" y="18305"/>
                  <a:pt x="6483422" y="12467"/>
                  <a:pt x="6782653" y="0"/>
                </a:cubicBezTo>
                <a:cubicBezTo>
                  <a:pt x="7081884" y="-12467"/>
                  <a:pt x="7161508" y="-2365"/>
                  <a:pt x="7463722" y="0"/>
                </a:cubicBezTo>
                <a:cubicBezTo>
                  <a:pt x="7765936" y="2365"/>
                  <a:pt x="8014781" y="-11019"/>
                  <a:pt x="8281005" y="0"/>
                </a:cubicBezTo>
                <a:cubicBezTo>
                  <a:pt x="8313166" y="23582"/>
                  <a:pt x="8341221" y="55946"/>
                  <a:pt x="8389179" y="108174"/>
                </a:cubicBezTo>
                <a:cubicBezTo>
                  <a:pt x="8386730" y="180519"/>
                  <a:pt x="8390644" y="209812"/>
                  <a:pt x="8389179" y="261158"/>
                </a:cubicBezTo>
                <a:cubicBezTo>
                  <a:pt x="8338019" y="309993"/>
                  <a:pt x="8325954" y="315326"/>
                  <a:pt x="8281005" y="369332"/>
                </a:cubicBezTo>
                <a:cubicBezTo>
                  <a:pt x="7900961" y="371076"/>
                  <a:pt x="7681388" y="362514"/>
                  <a:pt x="7436479" y="369332"/>
                </a:cubicBezTo>
                <a:cubicBezTo>
                  <a:pt x="7191570" y="376150"/>
                  <a:pt x="7100208" y="358831"/>
                  <a:pt x="6837138" y="369332"/>
                </a:cubicBezTo>
                <a:cubicBezTo>
                  <a:pt x="6574068" y="379833"/>
                  <a:pt x="6434591" y="404849"/>
                  <a:pt x="6074341" y="369332"/>
                </a:cubicBezTo>
                <a:cubicBezTo>
                  <a:pt x="5714091" y="333815"/>
                  <a:pt x="5490908" y="411518"/>
                  <a:pt x="5229815" y="369332"/>
                </a:cubicBezTo>
                <a:cubicBezTo>
                  <a:pt x="4968722" y="327146"/>
                  <a:pt x="4978237" y="373692"/>
                  <a:pt x="4793930" y="369332"/>
                </a:cubicBezTo>
                <a:cubicBezTo>
                  <a:pt x="4609623" y="364972"/>
                  <a:pt x="4314840" y="378105"/>
                  <a:pt x="4194590" y="369332"/>
                </a:cubicBezTo>
                <a:cubicBezTo>
                  <a:pt x="4074340" y="360559"/>
                  <a:pt x="3730980" y="377316"/>
                  <a:pt x="3595249" y="369332"/>
                </a:cubicBezTo>
                <a:cubicBezTo>
                  <a:pt x="3459518" y="361348"/>
                  <a:pt x="3260120" y="377930"/>
                  <a:pt x="3159364" y="369332"/>
                </a:cubicBezTo>
                <a:cubicBezTo>
                  <a:pt x="3058609" y="360734"/>
                  <a:pt x="2750813" y="341400"/>
                  <a:pt x="2478295" y="369332"/>
                </a:cubicBezTo>
                <a:cubicBezTo>
                  <a:pt x="2205777" y="397264"/>
                  <a:pt x="2135316" y="381103"/>
                  <a:pt x="2042411" y="369332"/>
                </a:cubicBezTo>
                <a:cubicBezTo>
                  <a:pt x="1949506" y="357561"/>
                  <a:pt x="1652318" y="349044"/>
                  <a:pt x="1524798" y="369332"/>
                </a:cubicBezTo>
                <a:cubicBezTo>
                  <a:pt x="1397278" y="389620"/>
                  <a:pt x="1170939" y="382098"/>
                  <a:pt x="1007185" y="369332"/>
                </a:cubicBezTo>
                <a:cubicBezTo>
                  <a:pt x="843431" y="356566"/>
                  <a:pt x="510834" y="409504"/>
                  <a:pt x="108174" y="369332"/>
                </a:cubicBezTo>
                <a:cubicBezTo>
                  <a:pt x="54991" y="321649"/>
                  <a:pt x="45308" y="317043"/>
                  <a:pt x="0" y="261158"/>
                </a:cubicBezTo>
                <a:cubicBezTo>
                  <a:pt x="-6384" y="211355"/>
                  <a:pt x="-303" y="168224"/>
                  <a:pt x="0" y="108174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Associação da Escola Família Agroextrativista do Carvão - </a:t>
            </a:r>
            <a:r>
              <a:rPr lang="pt-BR" b="1" dirty="0" err="1"/>
              <a:t>AEFAC</a:t>
            </a:r>
            <a:endParaRPr lang="pt-BR" dirty="0"/>
          </a:p>
        </p:txBody>
      </p:sp>
      <p:sp>
        <p:nvSpPr>
          <p:cNvPr id="30" name="Octógono 29">
            <a:extLst>
              <a:ext uri="{FF2B5EF4-FFF2-40B4-BE49-F238E27FC236}">
                <a16:creationId xmlns:a16="http://schemas.microsoft.com/office/drawing/2014/main" id="{B6CC33DC-7B8B-D966-DEC4-5BAAA8537EE9}"/>
              </a:ext>
            </a:extLst>
          </p:cNvPr>
          <p:cNvSpPr/>
          <p:nvPr/>
        </p:nvSpPr>
        <p:spPr>
          <a:xfrm>
            <a:off x="178164" y="1958155"/>
            <a:ext cx="2823161" cy="982256"/>
          </a:xfrm>
          <a:custGeom>
            <a:avLst/>
            <a:gdLst>
              <a:gd name="csX0" fmla="*/ 0 w 2823161"/>
              <a:gd name="csY0" fmla="*/ 287693 h 982256"/>
              <a:gd name="csX1" fmla="*/ 287693 w 2823161"/>
              <a:gd name="csY1" fmla="*/ 0 h 982256"/>
              <a:gd name="csX2" fmla="*/ 872115 w 2823161"/>
              <a:gd name="csY2" fmla="*/ 0 h 982256"/>
              <a:gd name="csX3" fmla="*/ 1456536 w 2823161"/>
              <a:gd name="csY3" fmla="*/ 0 h 982256"/>
              <a:gd name="csX4" fmla="*/ 1996002 w 2823161"/>
              <a:gd name="csY4" fmla="*/ 0 h 982256"/>
              <a:gd name="csX5" fmla="*/ 2535468 w 2823161"/>
              <a:gd name="csY5" fmla="*/ 0 h 982256"/>
              <a:gd name="csX6" fmla="*/ 2823161 w 2823161"/>
              <a:gd name="csY6" fmla="*/ 287693 h 982256"/>
              <a:gd name="csX7" fmla="*/ 2823161 w 2823161"/>
              <a:gd name="csY7" fmla="*/ 694563 h 982256"/>
              <a:gd name="csX8" fmla="*/ 2535468 w 2823161"/>
              <a:gd name="csY8" fmla="*/ 982256 h 982256"/>
              <a:gd name="csX9" fmla="*/ 2018480 w 2823161"/>
              <a:gd name="csY9" fmla="*/ 982256 h 982256"/>
              <a:gd name="csX10" fmla="*/ 1456536 w 2823161"/>
              <a:gd name="csY10" fmla="*/ 982256 h 982256"/>
              <a:gd name="csX11" fmla="*/ 962026 w 2823161"/>
              <a:gd name="csY11" fmla="*/ 982256 h 982256"/>
              <a:gd name="csX12" fmla="*/ 287693 w 2823161"/>
              <a:gd name="csY12" fmla="*/ 982256 h 982256"/>
              <a:gd name="csX13" fmla="*/ 0 w 2823161"/>
              <a:gd name="csY13" fmla="*/ 694563 h 982256"/>
              <a:gd name="csX14" fmla="*/ 0 w 2823161"/>
              <a:gd name="csY14" fmla="*/ 287693 h 98225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823161" h="982256" fill="none" extrusionOk="0">
                <a:moveTo>
                  <a:pt x="0" y="287693"/>
                </a:moveTo>
                <a:cubicBezTo>
                  <a:pt x="78291" y="216136"/>
                  <a:pt x="219226" y="74479"/>
                  <a:pt x="287693" y="0"/>
                </a:cubicBezTo>
                <a:cubicBezTo>
                  <a:pt x="451876" y="14012"/>
                  <a:pt x="674836" y="27732"/>
                  <a:pt x="872115" y="0"/>
                </a:cubicBezTo>
                <a:cubicBezTo>
                  <a:pt x="1069394" y="-27732"/>
                  <a:pt x="1177638" y="-15800"/>
                  <a:pt x="1456536" y="0"/>
                </a:cubicBezTo>
                <a:cubicBezTo>
                  <a:pt x="1735434" y="15800"/>
                  <a:pt x="1823430" y="20974"/>
                  <a:pt x="1996002" y="0"/>
                </a:cubicBezTo>
                <a:cubicBezTo>
                  <a:pt x="2168574" y="-20974"/>
                  <a:pt x="2329197" y="-17262"/>
                  <a:pt x="2535468" y="0"/>
                </a:cubicBezTo>
                <a:cubicBezTo>
                  <a:pt x="2647025" y="131390"/>
                  <a:pt x="2699997" y="169163"/>
                  <a:pt x="2823161" y="287693"/>
                </a:cubicBezTo>
                <a:cubicBezTo>
                  <a:pt x="2809434" y="488799"/>
                  <a:pt x="2806818" y="508560"/>
                  <a:pt x="2823161" y="694563"/>
                </a:cubicBezTo>
                <a:cubicBezTo>
                  <a:pt x="2699104" y="791276"/>
                  <a:pt x="2640326" y="871957"/>
                  <a:pt x="2535468" y="982256"/>
                </a:cubicBezTo>
                <a:cubicBezTo>
                  <a:pt x="2388740" y="989575"/>
                  <a:pt x="2231832" y="993310"/>
                  <a:pt x="2018480" y="982256"/>
                </a:cubicBezTo>
                <a:cubicBezTo>
                  <a:pt x="1805128" y="971202"/>
                  <a:pt x="1578040" y="999518"/>
                  <a:pt x="1456536" y="982256"/>
                </a:cubicBezTo>
                <a:cubicBezTo>
                  <a:pt x="1335032" y="964994"/>
                  <a:pt x="1064030" y="984433"/>
                  <a:pt x="962026" y="982256"/>
                </a:cubicBezTo>
                <a:cubicBezTo>
                  <a:pt x="860022" y="980080"/>
                  <a:pt x="437524" y="957540"/>
                  <a:pt x="287693" y="982256"/>
                </a:cubicBezTo>
                <a:cubicBezTo>
                  <a:pt x="159428" y="867835"/>
                  <a:pt x="82847" y="772915"/>
                  <a:pt x="0" y="694563"/>
                </a:cubicBezTo>
                <a:cubicBezTo>
                  <a:pt x="5808" y="509655"/>
                  <a:pt x="7965" y="487946"/>
                  <a:pt x="0" y="287693"/>
                </a:cubicBezTo>
                <a:close/>
              </a:path>
              <a:path w="2823161" h="982256" stroke="0" extrusionOk="0">
                <a:moveTo>
                  <a:pt x="0" y="287693"/>
                </a:moveTo>
                <a:cubicBezTo>
                  <a:pt x="112702" y="183506"/>
                  <a:pt x="212484" y="74434"/>
                  <a:pt x="287693" y="0"/>
                </a:cubicBezTo>
                <a:cubicBezTo>
                  <a:pt x="456259" y="14652"/>
                  <a:pt x="643037" y="5916"/>
                  <a:pt x="827159" y="0"/>
                </a:cubicBezTo>
                <a:cubicBezTo>
                  <a:pt x="1011281" y="-5916"/>
                  <a:pt x="1162208" y="8293"/>
                  <a:pt x="1366625" y="0"/>
                </a:cubicBezTo>
                <a:cubicBezTo>
                  <a:pt x="1571042" y="-8293"/>
                  <a:pt x="1693465" y="17589"/>
                  <a:pt x="1973524" y="0"/>
                </a:cubicBezTo>
                <a:cubicBezTo>
                  <a:pt x="2253583" y="-17589"/>
                  <a:pt x="2339233" y="-27013"/>
                  <a:pt x="2535468" y="0"/>
                </a:cubicBezTo>
                <a:cubicBezTo>
                  <a:pt x="2654420" y="93419"/>
                  <a:pt x="2740944" y="230321"/>
                  <a:pt x="2823161" y="287693"/>
                </a:cubicBezTo>
                <a:cubicBezTo>
                  <a:pt x="2818787" y="446924"/>
                  <a:pt x="2826386" y="511912"/>
                  <a:pt x="2823161" y="694563"/>
                </a:cubicBezTo>
                <a:cubicBezTo>
                  <a:pt x="2728500" y="801832"/>
                  <a:pt x="2635688" y="879512"/>
                  <a:pt x="2535468" y="982256"/>
                </a:cubicBezTo>
                <a:cubicBezTo>
                  <a:pt x="2362006" y="989207"/>
                  <a:pt x="2126599" y="964197"/>
                  <a:pt x="1928569" y="982256"/>
                </a:cubicBezTo>
                <a:cubicBezTo>
                  <a:pt x="1730539" y="1000315"/>
                  <a:pt x="1586819" y="973981"/>
                  <a:pt x="1434058" y="982256"/>
                </a:cubicBezTo>
                <a:cubicBezTo>
                  <a:pt x="1281297" y="990531"/>
                  <a:pt x="1040667" y="974446"/>
                  <a:pt x="872115" y="982256"/>
                </a:cubicBezTo>
                <a:cubicBezTo>
                  <a:pt x="703563" y="990066"/>
                  <a:pt x="544980" y="966923"/>
                  <a:pt x="287693" y="982256"/>
                </a:cubicBezTo>
                <a:cubicBezTo>
                  <a:pt x="218446" y="892412"/>
                  <a:pt x="107318" y="795644"/>
                  <a:pt x="0" y="694563"/>
                </a:cubicBezTo>
                <a:cubicBezTo>
                  <a:pt x="-781" y="610532"/>
                  <a:pt x="-14244" y="374098"/>
                  <a:pt x="0" y="287693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1111326119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b="1" dirty="0"/>
              <a:t>Fomento às boas práticas de manejo de açaí</a:t>
            </a:r>
          </a:p>
        </p:txBody>
      </p:sp>
      <p:pic>
        <p:nvPicPr>
          <p:cNvPr id="2" name="Imagem 1" descr="Logotipo&#10;&#10;O conteúdo gerado por IA pode estar incorreto.">
            <a:extLst>
              <a:ext uri="{FF2B5EF4-FFF2-40B4-BE49-F238E27FC236}">
                <a16:creationId xmlns:a16="http://schemas.microsoft.com/office/drawing/2014/main" id="{32228E4B-8021-6D9E-A79F-42D0B30D7E4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0902486" y="808947"/>
            <a:ext cx="1052927" cy="1042490"/>
          </a:xfrm>
          <a:prstGeom prst="rect">
            <a:avLst/>
          </a:prstGeom>
          <a:noFill/>
          <a:ln>
            <a:noFill/>
          </a:ln>
        </p:spPr>
      </p:pic>
      <p:sp>
        <p:nvSpPr>
          <p:cNvPr id="63" name="Octógono 62">
            <a:extLst>
              <a:ext uri="{FF2B5EF4-FFF2-40B4-BE49-F238E27FC236}">
                <a16:creationId xmlns:a16="http://schemas.microsoft.com/office/drawing/2014/main" id="{3CAC4863-111C-9D2A-1149-9452FD7FE359}"/>
              </a:ext>
            </a:extLst>
          </p:cNvPr>
          <p:cNvSpPr/>
          <p:nvPr/>
        </p:nvSpPr>
        <p:spPr>
          <a:xfrm>
            <a:off x="3207343" y="1958155"/>
            <a:ext cx="2697900" cy="992694"/>
          </a:xfrm>
          <a:custGeom>
            <a:avLst/>
            <a:gdLst>
              <a:gd name="csX0" fmla="*/ 0 w 2697900"/>
              <a:gd name="csY0" fmla="*/ 290750 h 992694"/>
              <a:gd name="csX1" fmla="*/ 290750 w 2697900"/>
              <a:gd name="csY1" fmla="*/ 0 h 992694"/>
              <a:gd name="csX2" fmla="*/ 777522 w 2697900"/>
              <a:gd name="csY2" fmla="*/ 0 h 992694"/>
              <a:gd name="csX3" fmla="*/ 1306622 w 2697900"/>
              <a:gd name="csY3" fmla="*/ 0 h 992694"/>
              <a:gd name="csX4" fmla="*/ 1878050 w 2697900"/>
              <a:gd name="csY4" fmla="*/ 0 h 992694"/>
              <a:gd name="csX5" fmla="*/ 2407150 w 2697900"/>
              <a:gd name="csY5" fmla="*/ 0 h 992694"/>
              <a:gd name="csX6" fmla="*/ 2697900 w 2697900"/>
              <a:gd name="csY6" fmla="*/ 290750 h 992694"/>
              <a:gd name="csX7" fmla="*/ 2697900 w 2697900"/>
              <a:gd name="csY7" fmla="*/ 701944 h 992694"/>
              <a:gd name="csX8" fmla="*/ 2407150 w 2697900"/>
              <a:gd name="csY8" fmla="*/ 992694 h 992694"/>
              <a:gd name="csX9" fmla="*/ 1941542 w 2697900"/>
              <a:gd name="csY9" fmla="*/ 992694 h 992694"/>
              <a:gd name="csX10" fmla="*/ 1370114 w 2697900"/>
              <a:gd name="csY10" fmla="*/ 992694 h 992694"/>
              <a:gd name="csX11" fmla="*/ 798686 w 2697900"/>
              <a:gd name="csY11" fmla="*/ 992694 h 992694"/>
              <a:gd name="csX12" fmla="*/ 290750 w 2697900"/>
              <a:gd name="csY12" fmla="*/ 992694 h 992694"/>
              <a:gd name="csX13" fmla="*/ 0 w 2697900"/>
              <a:gd name="csY13" fmla="*/ 701944 h 992694"/>
              <a:gd name="csX14" fmla="*/ 0 w 2697900"/>
              <a:gd name="csY14" fmla="*/ 290750 h 992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697900" h="992694" fill="none" extrusionOk="0">
                <a:moveTo>
                  <a:pt x="0" y="290750"/>
                </a:moveTo>
                <a:cubicBezTo>
                  <a:pt x="114400" y="195967"/>
                  <a:pt x="227159" y="76328"/>
                  <a:pt x="290750" y="0"/>
                </a:cubicBezTo>
                <a:cubicBezTo>
                  <a:pt x="486214" y="20045"/>
                  <a:pt x="656700" y="-5177"/>
                  <a:pt x="777522" y="0"/>
                </a:cubicBezTo>
                <a:cubicBezTo>
                  <a:pt x="898344" y="5177"/>
                  <a:pt x="1065904" y="9696"/>
                  <a:pt x="1306622" y="0"/>
                </a:cubicBezTo>
                <a:cubicBezTo>
                  <a:pt x="1547340" y="-9696"/>
                  <a:pt x="1754254" y="-2214"/>
                  <a:pt x="1878050" y="0"/>
                </a:cubicBezTo>
                <a:cubicBezTo>
                  <a:pt x="2001846" y="2214"/>
                  <a:pt x="2300526" y="-26041"/>
                  <a:pt x="2407150" y="0"/>
                </a:cubicBezTo>
                <a:cubicBezTo>
                  <a:pt x="2530723" y="105749"/>
                  <a:pt x="2611894" y="183499"/>
                  <a:pt x="2697900" y="290750"/>
                </a:cubicBezTo>
                <a:cubicBezTo>
                  <a:pt x="2714949" y="435023"/>
                  <a:pt x="2697464" y="598417"/>
                  <a:pt x="2697900" y="701944"/>
                </a:cubicBezTo>
                <a:cubicBezTo>
                  <a:pt x="2562705" y="843418"/>
                  <a:pt x="2551446" y="851000"/>
                  <a:pt x="2407150" y="992694"/>
                </a:cubicBezTo>
                <a:cubicBezTo>
                  <a:pt x="2297185" y="1008673"/>
                  <a:pt x="2155025" y="973063"/>
                  <a:pt x="1941542" y="992694"/>
                </a:cubicBezTo>
                <a:cubicBezTo>
                  <a:pt x="1728059" y="1012325"/>
                  <a:pt x="1646557" y="995219"/>
                  <a:pt x="1370114" y="992694"/>
                </a:cubicBezTo>
                <a:cubicBezTo>
                  <a:pt x="1093671" y="990169"/>
                  <a:pt x="954871" y="968554"/>
                  <a:pt x="798686" y="992694"/>
                </a:cubicBezTo>
                <a:cubicBezTo>
                  <a:pt x="642501" y="1016834"/>
                  <a:pt x="422443" y="994181"/>
                  <a:pt x="290750" y="992694"/>
                </a:cubicBezTo>
                <a:cubicBezTo>
                  <a:pt x="194435" y="873006"/>
                  <a:pt x="115249" y="822245"/>
                  <a:pt x="0" y="701944"/>
                </a:cubicBezTo>
                <a:cubicBezTo>
                  <a:pt x="-17621" y="567957"/>
                  <a:pt x="-10941" y="379580"/>
                  <a:pt x="0" y="290750"/>
                </a:cubicBezTo>
                <a:close/>
              </a:path>
              <a:path w="2697900" h="992694" stroke="0" extrusionOk="0">
                <a:moveTo>
                  <a:pt x="0" y="290750"/>
                </a:moveTo>
                <a:cubicBezTo>
                  <a:pt x="102074" y="198492"/>
                  <a:pt x="162060" y="124134"/>
                  <a:pt x="290750" y="0"/>
                </a:cubicBezTo>
                <a:cubicBezTo>
                  <a:pt x="508893" y="6799"/>
                  <a:pt x="655758" y="28415"/>
                  <a:pt x="862178" y="0"/>
                </a:cubicBezTo>
                <a:cubicBezTo>
                  <a:pt x="1068598" y="-28415"/>
                  <a:pt x="1189101" y="-23525"/>
                  <a:pt x="1391278" y="0"/>
                </a:cubicBezTo>
                <a:cubicBezTo>
                  <a:pt x="1593455" y="23525"/>
                  <a:pt x="1912816" y="9096"/>
                  <a:pt x="2407150" y="0"/>
                </a:cubicBezTo>
                <a:cubicBezTo>
                  <a:pt x="2520593" y="120184"/>
                  <a:pt x="2631358" y="210851"/>
                  <a:pt x="2697900" y="290750"/>
                </a:cubicBezTo>
                <a:cubicBezTo>
                  <a:pt x="2691325" y="417750"/>
                  <a:pt x="2710601" y="556306"/>
                  <a:pt x="2697900" y="701944"/>
                </a:cubicBezTo>
                <a:cubicBezTo>
                  <a:pt x="2631910" y="758795"/>
                  <a:pt x="2489037" y="915171"/>
                  <a:pt x="2407150" y="992694"/>
                </a:cubicBezTo>
                <a:cubicBezTo>
                  <a:pt x="2235607" y="977504"/>
                  <a:pt x="2106217" y="981549"/>
                  <a:pt x="1920378" y="992694"/>
                </a:cubicBezTo>
                <a:cubicBezTo>
                  <a:pt x="1734539" y="1003839"/>
                  <a:pt x="1672380" y="1009300"/>
                  <a:pt x="1433606" y="992694"/>
                </a:cubicBezTo>
                <a:cubicBezTo>
                  <a:pt x="1194832" y="976088"/>
                  <a:pt x="1178208" y="1010584"/>
                  <a:pt x="967998" y="992694"/>
                </a:cubicBezTo>
                <a:cubicBezTo>
                  <a:pt x="757788" y="974804"/>
                  <a:pt x="577668" y="960354"/>
                  <a:pt x="290750" y="992694"/>
                </a:cubicBezTo>
                <a:cubicBezTo>
                  <a:pt x="232266" y="930090"/>
                  <a:pt x="73168" y="792442"/>
                  <a:pt x="0" y="701944"/>
                </a:cubicBezTo>
                <a:cubicBezTo>
                  <a:pt x="-17027" y="529751"/>
                  <a:pt x="8916" y="409930"/>
                  <a:pt x="0" y="290750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2979750628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Fomento à iniciativa de agroindustrialização de produtos</a:t>
            </a:r>
          </a:p>
        </p:txBody>
      </p:sp>
      <p:sp>
        <p:nvSpPr>
          <p:cNvPr id="73" name="Octógono 72">
            <a:extLst>
              <a:ext uri="{FF2B5EF4-FFF2-40B4-BE49-F238E27FC236}">
                <a16:creationId xmlns:a16="http://schemas.microsoft.com/office/drawing/2014/main" id="{F597808B-6CFF-EC02-BBB3-B8414F1C2170}"/>
              </a:ext>
            </a:extLst>
          </p:cNvPr>
          <p:cNvSpPr/>
          <p:nvPr/>
        </p:nvSpPr>
        <p:spPr>
          <a:xfrm>
            <a:off x="6242696" y="1958155"/>
            <a:ext cx="2687463" cy="992694"/>
          </a:xfrm>
          <a:custGeom>
            <a:avLst/>
            <a:gdLst>
              <a:gd name="csX0" fmla="*/ 0 w 2687463"/>
              <a:gd name="csY0" fmla="*/ 290750 h 992694"/>
              <a:gd name="csX1" fmla="*/ 290750 w 2687463"/>
              <a:gd name="csY1" fmla="*/ 0 h 992694"/>
              <a:gd name="csX2" fmla="*/ 796181 w 2687463"/>
              <a:gd name="csY2" fmla="*/ 0 h 992694"/>
              <a:gd name="csX3" fmla="*/ 1322672 w 2687463"/>
              <a:gd name="csY3" fmla="*/ 0 h 992694"/>
              <a:gd name="csX4" fmla="*/ 1828103 w 2687463"/>
              <a:gd name="csY4" fmla="*/ 0 h 992694"/>
              <a:gd name="csX5" fmla="*/ 2396713 w 2687463"/>
              <a:gd name="csY5" fmla="*/ 0 h 992694"/>
              <a:gd name="csX6" fmla="*/ 2687463 w 2687463"/>
              <a:gd name="csY6" fmla="*/ 290750 h 992694"/>
              <a:gd name="csX7" fmla="*/ 2687463 w 2687463"/>
              <a:gd name="csY7" fmla="*/ 701944 h 992694"/>
              <a:gd name="csX8" fmla="*/ 2396713 w 2687463"/>
              <a:gd name="csY8" fmla="*/ 992694 h 992694"/>
              <a:gd name="csX9" fmla="*/ 1870222 w 2687463"/>
              <a:gd name="csY9" fmla="*/ 992694 h 992694"/>
              <a:gd name="csX10" fmla="*/ 1301612 w 2687463"/>
              <a:gd name="csY10" fmla="*/ 992694 h 992694"/>
              <a:gd name="csX11" fmla="*/ 290750 w 2687463"/>
              <a:gd name="csY11" fmla="*/ 992694 h 992694"/>
              <a:gd name="csX12" fmla="*/ 0 w 2687463"/>
              <a:gd name="csY12" fmla="*/ 701944 h 992694"/>
              <a:gd name="csX13" fmla="*/ 0 w 2687463"/>
              <a:gd name="csY13" fmla="*/ 290750 h 992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687463" h="992694" fill="none" extrusionOk="0">
                <a:moveTo>
                  <a:pt x="0" y="290750"/>
                </a:moveTo>
                <a:cubicBezTo>
                  <a:pt x="97017" y="181366"/>
                  <a:pt x="203112" y="109665"/>
                  <a:pt x="290750" y="0"/>
                </a:cubicBezTo>
                <a:cubicBezTo>
                  <a:pt x="442600" y="-15423"/>
                  <a:pt x="658910" y="-24691"/>
                  <a:pt x="796181" y="0"/>
                </a:cubicBezTo>
                <a:cubicBezTo>
                  <a:pt x="933452" y="24691"/>
                  <a:pt x="1205738" y="10545"/>
                  <a:pt x="1322672" y="0"/>
                </a:cubicBezTo>
                <a:cubicBezTo>
                  <a:pt x="1439606" y="-10545"/>
                  <a:pt x="1713283" y="20649"/>
                  <a:pt x="1828103" y="0"/>
                </a:cubicBezTo>
                <a:cubicBezTo>
                  <a:pt x="1942923" y="-20649"/>
                  <a:pt x="2129066" y="26295"/>
                  <a:pt x="2396713" y="0"/>
                </a:cubicBezTo>
                <a:cubicBezTo>
                  <a:pt x="2535212" y="121730"/>
                  <a:pt x="2609760" y="216504"/>
                  <a:pt x="2687463" y="290750"/>
                </a:cubicBezTo>
                <a:cubicBezTo>
                  <a:pt x="2702656" y="484588"/>
                  <a:pt x="2678120" y="510834"/>
                  <a:pt x="2687463" y="701944"/>
                </a:cubicBezTo>
                <a:cubicBezTo>
                  <a:pt x="2573242" y="818300"/>
                  <a:pt x="2553109" y="865138"/>
                  <a:pt x="2396713" y="992694"/>
                </a:cubicBezTo>
                <a:cubicBezTo>
                  <a:pt x="2164126" y="1002909"/>
                  <a:pt x="2017294" y="987974"/>
                  <a:pt x="1870222" y="992694"/>
                </a:cubicBezTo>
                <a:cubicBezTo>
                  <a:pt x="1723150" y="997414"/>
                  <a:pt x="1490191" y="981914"/>
                  <a:pt x="1301612" y="992694"/>
                </a:cubicBezTo>
                <a:cubicBezTo>
                  <a:pt x="1113033" y="1003475"/>
                  <a:pt x="792887" y="958582"/>
                  <a:pt x="290750" y="992694"/>
                </a:cubicBezTo>
                <a:cubicBezTo>
                  <a:pt x="140527" y="853419"/>
                  <a:pt x="58795" y="770247"/>
                  <a:pt x="0" y="701944"/>
                </a:cubicBezTo>
                <a:cubicBezTo>
                  <a:pt x="-20475" y="599889"/>
                  <a:pt x="7472" y="490899"/>
                  <a:pt x="0" y="290750"/>
                </a:cubicBezTo>
                <a:close/>
              </a:path>
              <a:path w="2687463" h="992694" stroke="0" extrusionOk="0">
                <a:moveTo>
                  <a:pt x="0" y="290750"/>
                </a:moveTo>
                <a:cubicBezTo>
                  <a:pt x="62519" y="200289"/>
                  <a:pt x="213811" y="104683"/>
                  <a:pt x="290750" y="0"/>
                </a:cubicBezTo>
                <a:cubicBezTo>
                  <a:pt x="388338" y="6897"/>
                  <a:pt x="639444" y="-8388"/>
                  <a:pt x="754062" y="0"/>
                </a:cubicBezTo>
                <a:cubicBezTo>
                  <a:pt x="868680" y="8388"/>
                  <a:pt x="1084845" y="-11669"/>
                  <a:pt x="1217374" y="0"/>
                </a:cubicBezTo>
                <a:cubicBezTo>
                  <a:pt x="1349903" y="11669"/>
                  <a:pt x="1535987" y="-27773"/>
                  <a:pt x="1785984" y="0"/>
                </a:cubicBezTo>
                <a:cubicBezTo>
                  <a:pt x="2035981" y="27773"/>
                  <a:pt x="2217514" y="22438"/>
                  <a:pt x="2396713" y="0"/>
                </a:cubicBezTo>
                <a:cubicBezTo>
                  <a:pt x="2469928" y="55652"/>
                  <a:pt x="2618717" y="196871"/>
                  <a:pt x="2687463" y="290750"/>
                </a:cubicBezTo>
                <a:cubicBezTo>
                  <a:pt x="2681360" y="454148"/>
                  <a:pt x="2698871" y="595131"/>
                  <a:pt x="2687463" y="701944"/>
                </a:cubicBezTo>
                <a:cubicBezTo>
                  <a:pt x="2593396" y="801994"/>
                  <a:pt x="2472504" y="923036"/>
                  <a:pt x="2396713" y="992694"/>
                </a:cubicBezTo>
                <a:cubicBezTo>
                  <a:pt x="2206876" y="995955"/>
                  <a:pt x="2069823" y="979461"/>
                  <a:pt x="1933401" y="992694"/>
                </a:cubicBezTo>
                <a:cubicBezTo>
                  <a:pt x="1796979" y="1005927"/>
                  <a:pt x="1513286" y="979226"/>
                  <a:pt x="1364791" y="992694"/>
                </a:cubicBezTo>
                <a:cubicBezTo>
                  <a:pt x="1216296" y="1006163"/>
                  <a:pt x="1023018" y="993867"/>
                  <a:pt x="880420" y="992694"/>
                </a:cubicBezTo>
                <a:cubicBezTo>
                  <a:pt x="737822" y="991521"/>
                  <a:pt x="499606" y="1018251"/>
                  <a:pt x="290750" y="992694"/>
                </a:cubicBezTo>
                <a:cubicBezTo>
                  <a:pt x="204582" y="926052"/>
                  <a:pt x="92118" y="792033"/>
                  <a:pt x="0" y="701944"/>
                </a:cubicBezTo>
                <a:cubicBezTo>
                  <a:pt x="-17402" y="523953"/>
                  <a:pt x="-5743" y="454956"/>
                  <a:pt x="0" y="290750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93020987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Fortalecimento organizacional no território</a:t>
            </a:r>
            <a:endParaRPr lang="pt-BR" sz="1600" dirty="0"/>
          </a:p>
        </p:txBody>
      </p:sp>
      <p:sp>
        <p:nvSpPr>
          <p:cNvPr id="74" name="Octógono 73">
            <a:extLst>
              <a:ext uri="{FF2B5EF4-FFF2-40B4-BE49-F238E27FC236}">
                <a16:creationId xmlns:a16="http://schemas.microsoft.com/office/drawing/2014/main" id="{0DFE03A5-63E0-3592-07C0-90444C6C8958}"/>
              </a:ext>
            </a:extLst>
          </p:cNvPr>
          <p:cNvSpPr/>
          <p:nvPr/>
        </p:nvSpPr>
        <p:spPr>
          <a:xfrm>
            <a:off x="9245240" y="1958155"/>
            <a:ext cx="2583080" cy="992694"/>
          </a:xfrm>
          <a:custGeom>
            <a:avLst/>
            <a:gdLst>
              <a:gd name="csX0" fmla="*/ 0 w 2583080"/>
              <a:gd name="csY0" fmla="*/ 290750 h 992694"/>
              <a:gd name="csX1" fmla="*/ 290750 w 2583080"/>
              <a:gd name="csY1" fmla="*/ 0 h 992694"/>
              <a:gd name="csX2" fmla="*/ 917912 w 2583080"/>
              <a:gd name="csY2" fmla="*/ 0 h 992694"/>
              <a:gd name="csX3" fmla="*/ 1585105 w 2583080"/>
              <a:gd name="csY3" fmla="*/ 0 h 992694"/>
              <a:gd name="csX4" fmla="*/ 2292330 w 2583080"/>
              <a:gd name="csY4" fmla="*/ 0 h 992694"/>
              <a:gd name="csX5" fmla="*/ 2583080 w 2583080"/>
              <a:gd name="csY5" fmla="*/ 290750 h 992694"/>
              <a:gd name="csX6" fmla="*/ 2583080 w 2583080"/>
              <a:gd name="csY6" fmla="*/ 701944 h 992694"/>
              <a:gd name="csX7" fmla="*/ 2292330 w 2583080"/>
              <a:gd name="csY7" fmla="*/ 992694 h 992694"/>
              <a:gd name="csX8" fmla="*/ 1625137 w 2583080"/>
              <a:gd name="csY8" fmla="*/ 992694 h 992694"/>
              <a:gd name="csX9" fmla="*/ 977959 w 2583080"/>
              <a:gd name="csY9" fmla="*/ 992694 h 992694"/>
              <a:gd name="csX10" fmla="*/ 290750 w 2583080"/>
              <a:gd name="csY10" fmla="*/ 992694 h 992694"/>
              <a:gd name="csX11" fmla="*/ 0 w 2583080"/>
              <a:gd name="csY11" fmla="*/ 701944 h 992694"/>
              <a:gd name="csX12" fmla="*/ 0 w 2583080"/>
              <a:gd name="csY12" fmla="*/ 290750 h 99269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2583080" h="992694" fill="none" extrusionOk="0">
                <a:moveTo>
                  <a:pt x="0" y="290750"/>
                </a:moveTo>
                <a:cubicBezTo>
                  <a:pt x="95855" y="219797"/>
                  <a:pt x="189991" y="99622"/>
                  <a:pt x="290750" y="0"/>
                </a:cubicBezTo>
                <a:cubicBezTo>
                  <a:pt x="539897" y="10417"/>
                  <a:pt x="714808" y="19872"/>
                  <a:pt x="917912" y="0"/>
                </a:cubicBezTo>
                <a:cubicBezTo>
                  <a:pt x="1121016" y="-19872"/>
                  <a:pt x="1305438" y="-4882"/>
                  <a:pt x="1585105" y="0"/>
                </a:cubicBezTo>
                <a:cubicBezTo>
                  <a:pt x="1864772" y="4882"/>
                  <a:pt x="2073435" y="8448"/>
                  <a:pt x="2292330" y="0"/>
                </a:cubicBezTo>
                <a:cubicBezTo>
                  <a:pt x="2388301" y="78070"/>
                  <a:pt x="2531263" y="217655"/>
                  <a:pt x="2583080" y="290750"/>
                </a:cubicBezTo>
                <a:cubicBezTo>
                  <a:pt x="2571422" y="432364"/>
                  <a:pt x="2563860" y="614388"/>
                  <a:pt x="2583080" y="701944"/>
                </a:cubicBezTo>
                <a:cubicBezTo>
                  <a:pt x="2518337" y="790449"/>
                  <a:pt x="2411427" y="855479"/>
                  <a:pt x="2292330" y="992694"/>
                </a:cubicBezTo>
                <a:cubicBezTo>
                  <a:pt x="2057753" y="994557"/>
                  <a:pt x="1915429" y="967383"/>
                  <a:pt x="1625137" y="992694"/>
                </a:cubicBezTo>
                <a:cubicBezTo>
                  <a:pt x="1334845" y="1018005"/>
                  <a:pt x="1162508" y="1017665"/>
                  <a:pt x="977959" y="992694"/>
                </a:cubicBezTo>
                <a:cubicBezTo>
                  <a:pt x="793410" y="967723"/>
                  <a:pt x="532233" y="995590"/>
                  <a:pt x="290750" y="992694"/>
                </a:cubicBezTo>
                <a:cubicBezTo>
                  <a:pt x="213834" y="930813"/>
                  <a:pt x="87785" y="765237"/>
                  <a:pt x="0" y="701944"/>
                </a:cubicBezTo>
                <a:cubicBezTo>
                  <a:pt x="2044" y="576727"/>
                  <a:pt x="5899" y="380539"/>
                  <a:pt x="0" y="290750"/>
                </a:cubicBezTo>
                <a:close/>
              </a:path>
              <a:path w="2583080" h="992694" stroke="0" extrusionOk="0">
                <a:moveTo>
                  <a:pt x="0" y="290750"/>
                </a:moveTo>
                <a:cubicBezTo>
                  <a:pt x="143459" y="157225"/>
                  <a:pt x="222600" y="72260"/>
                  <a:pt x="290750" y="0"/>
                </a:cubicBezTo>
                <a:cubicBezTo>
                  <a:pt x="638136" y="12434"/>
                  <a:pt x="719856" y="2952"/>
                  <a:pt x="997975" y="0"/>
                </a:cubicBezTo>
                <a:cubicBezTo>
                  <a:pt x="1276095" y="-2952"/>
                  <a:pt x="1331938" y="15134"/>
                  <a:pt x="1605121" y="0"/>
                </a:cubicBezTo>
                <a:cubicBezTo>
                  <a:pt x="1878304" y="-15134"/>
                  <a:pt x="2080301" y="-3912"/>
                  <a:pt x="2292330" y="0"/>
                </a:cubicBezTo>
                <a:cubicBezTo>
                  <a:pt x="2404255" y="123098"/>
                  <a:pt x="2524691" y="227769"/>
                  <a:pt x="2583080" y="290750"/>
                </a:cubicBezTo>
                <a:cubicBezTo>
                  <a:pt x="2590186" y="488537"/>
                  <a:pt x="2579005" y="583418"/>
                  <a:pt x="2583080" y="701944"/>
                </a:cubicBezTo>
                <a:cubicBezTo>
                  <a:pt x="2523692" y="779969"/>
                  <a:pt x="2409225" y="874098"/>
                  <a:pt x="2292330" y="992694"/>
                </a:cubicBezTo>
                <a:cubicBezTo>
                  <a:pt x="2048337" y="1008937"/>
                  <a:pt x="1951435" y="1015416"/>
                  <a:pt x="1685184" y="992694"/>
                </a:cubicBezTo>
                <a:cubicBezTo>
                  <a:pt x="1418933" y="969972"/>
                  <a:pt x="1318303" y="964663"/>
                  <a:pt x="1038007" y="992694"/>
                </a:cubicBezTo>
                <a:cubicBezTo>
                  <a:pt x="757711" y="1020725"/>
                  <a:pt x="606828" y="998209"/>
                  <a:pt x="290750" y="992694"/>
                </a:cubicBezTo>
                <a:cubicBezTo>
                  <a:pt x="211567" y="933315"/>
                  <a:pt x="149102" y="841687"/>
                  <a:pt x="0" y="701944"/>
                </a:cubicBezTo>
                <a:cubicBezTo>
                  <a:pt x="16877" y="580681"/>
                  <a:pt x="-14802" y="458840"/>
                  <a:pt x="0" y="290750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2534737108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Organização e comercialização da produção</a:t>
            </a:r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401BC2BA-8F82-213A-9F4A-BC528AEEE7FC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712E1076-48B0-0EDD-B64E-BE721560978F}"/>
              </a:ext>
            </a:extLst>
          </p:cNvPr>
          <p:cNvSpPr txBox="1"/>
          <p:nvPr/>
        </p:nvSpPr>
        <p:spPr>
          <a:xfrm>
            <a:off x="3702815" y="139392"/>
            <a:ext cx="478103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F5EBDA"/>
                </a:solidFill>
              </a:rPr>
              <a:t>PROJETO </a:t>
            </a:r>
            <a:r>
              <a:rPr lang="pt-BR" sz="2400" b="1" dirty="0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</a:t>
            </a:r>
            <a:endParaRPr lang="pt-BR" sz="2400">
              <a:solidFill>
                <a:srgbClr val="F5EBDA"/>
              </a:solidFill>
            </a:endParaRPr>
          </a:p>
        </p:txBody>
      </p:sp>
      <p:pic>
        <p:nvPicPr>
          <p:cNvPr id="14" name="Imagem 13" descr="Texto&#10;&#10;O conteúdo gerado por IA pode estar incorreto.">
            <a:extLst>
              <a:ext uri="{FF2B5EF4-FFF2-40B4-BE49-F238E27FC236}">
                <a16:creationId xmlns:a16="http://schemas.microsoft.com/office/drawing/2014/main" id="{01C6D9A0-6CE0-ACF2-1582-A4C32484E3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sp>
        <p:nvSpPr>
          <p:cNvPr id="15" name="Retângulo 14">
            <a:extLst>
              <a:ext uri="{FF2B5EF4-FFF2-40B4-BE49-F238E27FC236}">
                <a16:creationId xmlns:a16="http://schemas.microsoft.com/office/drawing/2014/main" id="{F0B187E3-58D5-F103-0E73-792752B6C61B}"/>
              </a:ext>
            </a:extLst>
          </p:cNvPr>
          <p:cNvSpPr/>
          <p:nvPr/>
        </p:nvSpPr>
        <p:spPr>
          <a:xfrm>
            <a:off x="168010" y="3118891"/>
            <a:ext cx="2834811" cy="3516543"/>
          </a:xfrm>
          <a:custGeom>
            <a:avLst/>
            <a:gdLst>
              <a:gd name="csX0" fmla="*/ 0 w 2834811"/>
              <a:gd name="csY0" fmla="*/ 0 h 3516543"/>
              <a:gd name="csX1" fmla="*/ 481918 w 2834811"/>
              <a:gd name="csY1" fmla="*/ 0 h 3516543"/>
              <a:gd name="csX2" fmla="*/ 1105576 w 2834811"/>
              <a:gd name="csY2" fmla="*/ 0 h 3516543"/>
              <a:gd name="csX3" fmla="*/ 1729235 w 2834811"/>
              <a:gd name="csY3" fmla="*/ 0 h 3516543"/>
              <a:gd name="csX4" fmla="*/ 2267849 w 2834811"/>
              <a:gd name="csY4" fmla="*/ 0 h 3516543"/>
              <a:gd name="csX5" fmla="*/ 2834811 w 2834811"/>
              <a:gd name="csY5" fmla="*/ 0 h 3516543"/>
              <a:gd name="csX6" fmla="*/ 2834811 w 2834811"/>
              <a:gd name="csY6" fmla="*/ 656421 h 3516543"/>
              <a:gd name="csX7" fmla="*/ 2834811 w 2834811"/>
              <a:gd name="csY7" fmla="*/ 1137016 h 3516543"/>
              <a:gd name="csX8" fmla="*/ 2834811 w 2834811"/>
              <a:gd name="csY8" fmla="*/ 1723106 h 3516543"/>
              <a:gd name="csX9" fmla="*/ 2834811 w 2834811"/>
              <a:gd name="csY9" fmla="*/ 2309197 h 3516543"/>
              <a:gd name="csX10" fmla="*/ 2834811 w 2834811"/>
              <a:gd name="csY10" fmla="*/ 2824956 h 3516543"/>
              <a:gd name="csX11" fmla="*/ 2834811 w 2834811"/>
              <a:gd name="csY11" fmla="*/ 3516543 h 3516543"/>
              <a:gd name="csX12" fmla="*/ 2211153 w 2834811"/>
              <a:gd name="csY12" fmla="*/ 3516543 h 3516543"/>
              <a:gd name="csX13" fmla="*/ 1587494 w 2834811"/>
              <a:gd name="csY13" fmla="*/ 3516543 h 3516543"/>
              <a:gd name="csX14" fmla="*/ 1048880 w 2834811"/>
              <a:gd name="csY14" fmla="*/ 3516543 h 3516543"/>
              <a:gd name="csX15" fmla="*/ 0 w 2834811"/>
              <a:gd name="csY15" fmla="*/ 3516543 h 3516543"/>
              <a:gd name="csX16" fmla="*/ 0 w 2834811"/>
              <a:gd name="csY16" fmla="*/ 3035949 h 3516543"/>
              <a:gd name="csX17" fmla="*/ 0 w 2834811"/>
              <a:gd name="csY17" fmla="*/ 2485024 h 3516543"/>
              <a:gd name="csX18" fmla="*/ 0 w 2834811"/>
              <a:gd name="csY18" fmla="*/ 2004430 h 3516543"/>
              <a:gd name="csX19" fmla="*/ 0 w 2834811"/>
              <a:gd name="csY19" fmla="*/ 1523835 h 3516543"/>
              <a:gd name="csX20" fmla="*/ 0 w 2834811"/>
              <a:gd name="csY20" fmla="*/ 902579 h 3516543"/>
              <a:gd name="csX21" fmla="*/ 0 w 2834811"/>
              <a:gd name="csY21" fmla="*/ 0 h 351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34811" h="3516543" fill="none" extrusionOk="0">
                <a:moveTo>
                  <a:pt x="0" y="0"/>
                </a:moveTo>
                <a:cubicBezTo>
                  <a:pt x="198246" y="-19606"/>
                  <a:pt x="361916" y="9625"/>
                  <a:pt x="481918" y="0"/>
                </a:cubicBezTo>
                <a:cubicBezTo>
                  <a:pt x="601920" y="-9625"/>
                  <a:pt x="794195" y="-28480"/>
                  <a:pt x="1105576" y="0"/>
                </a:cubicBezTo>
                <a:cubicBezTo>
                  <a:pt x="1416957" y="28480"/>
                  <a:pt x="1546520" y="23442"/>
                  <a:pt x="1729235" y="0"/>
                </a:cubicBezTo>
                <a:cubicBezTo>
                  <a:pt x="1911950" y="-23442"/>
                  <a:pt x="2007191" y="-12458"/>
                  <a:pt x="2267849" y="0"/>
                </a:cubicBezTo>
                <a:cubicBezTo>
                  <a:pt x="2528507" y="12458"/>
                  <a:pt x="2624306" y="-12697"/>
                  <a:pt x="2834811" y="0"/>
                </a:cubicBezTo>
                <a:cubicBezTo>
                  <a:pt x="2814773" y="271682"/>
                  <a:pt x="2829033" y="429914"/>
                  <a:pt x="2834811" y="656421"/>
                </a:cubicBezTo>
                <a:cubicBezTo>
                  <a:pt x="2840589" y="882928"/>
                  <a:pt x="2858640" y="954821"/>
                  <a:pt x="2834811" y="1137016"/>
                </a:cubicBezTo>
                <a:cubicBezTo>
                  <a:pt x="2810982" y="1319211"/>
                  <a:pt x="2842843" y="1523611"/>
                  <a:pt x="2834811" y="1723106"/>
                </a:cubicBezTo>
                <a:cubicBezTo>
                  <a:pt x="2826780" y="1922601"/>
                  <a:pt x="2848364" y="2157377"/>
                  <a:pt x="2834811" y="2309197"/>
                </a:cubicBezTo>
                <a:cubicBezTo>
                  <a:pt x="2821258" y="2461017"/>
                  <a:pt x="2860493" y="2608280"/>
                  <a:pt x="2834811" y="2824956"/>
                </a:cubicBezTo>
                <a:cubicBezTo>
                  <a:pt x="2809129" y="3041632"/>
                  <a:pt x="2864673" y="3232904"/>
                  <a:pt x="2834811" y="3516543"/>
                </a:cubicBezTo>
                <a:cubicBezTo>
                  <a:pt x="2668551" y="3525247"/>
                  <a:pt x="2493687" y="3542947"/>
                  <a:pt x="2211153" y="3516543"/>
                </a:cubicBezTo>
                <a:cubicBezTo>
                  <a:pt x="1928619" y="3490139"/>
                  <a:pt x="1717629" y="3535842"/>
                  <a:pt x="1587494" y="3516543"/>
                </a:cubicBezTo>
                <a:cubicBezTo>
                  <a:pt x="1457359" y="3497244"/>
                  <a:pt x="1275107" y="3529438"/>
                  <a:pt x="1048880" y="3516543"/>
                </a:cubicBezTo>
                <a:cubicBezTo>
                  <a:pt x="822653" y="3503648"/>
                  <a:pt x="358875" y="3479111"/>
                  <a:pt x="0" y="3516543"/>
                </a:cubicBezTo>
                <a:cubicBezTo>
                  <a:pt x="16128" y="3349248"/>
                  <a:pt x="10956" y="3205932"/>
                  <a:pt x="0" y="3035949"/>
                </a:cubicBezTo>
                <a:cubicBezTo>
                  <a:pt x="-10956" y="2865966"/>
                  <a:pt x="-6260" y="2706963"/>
                  <a:pt x="0" y="2485024"/>
                </a:cubicBezTo>
                <a:cubicBezTo>
                  <a:pt x="6260" y="2263085"/>
                  <a:pt x="9408" y="2131630"/>
                  <a:pt x="0" y="2004430"/>
                </a:cubicBezTo>
                <a:cubicBezTo>
                  <a:pt x="-9408" y="1877230"/>
                  <a:pt x="-6404" y="1657142"/>
                  <a:pt x="0" y="1523835"/>
                </a:cubicBezTo>
                <a:cubicBezTo>
                  <a:pt x="6404" y="1390528"/>
                  <a:pt x="-20412" y="1117057"/>
                  <a:pt x="0" y="902579"/>
                </a:cubicBezTo>
                <a:cubicBezTo>
                  <a:pt x="20412" y="688101"/>
                  <a:pt x="39072" y="389870"/>
                  <a:pt x="0" y="0"/>
                </a:cubicBezTo>
                <a:close/>
              </a:path>
              <a:path w="2834811" h="3516543" stroke="0" extrusionOk="0">
                <a:moveTo>
                  <a:pt x="0" y="0"/>
                </a:moveTo>
                <a:cubicBezTo>
                  <a:pt x="186446" y="15679"/>
                  <a:pt x="371220" y="21720"/>
                  <a:pt x="510266" y="0"/>
                </a:cubicBezTo>
                <a:cubicBezTo>
                  <a:pt x="649312" y="-21720"/>
                  <a:pt x="859737" y="-17625"/>
                  <a:pt x="1077228" y="0"/>
                </a:cubicBezTo>
                <a:cubicBezTo>
                  <a:pt x="1294719" y="17625"/>
                  <a:pt x="1444447" y="6801"/>
                  <a:pt x="1587494" y="0"/>
                </a:cubicBezTo>
                <a:cubicBezTo>
                  <a:pt x="1730541" y="-6801"/>
                  <a:pt x="1905684" y="10681"/>
                  <a:pt x="2097760" y="0"/>
                </a:cubicBezTo>
                <a:cubicBezTo>
                  <a:pt x="2289836" y="-10681"/>
                  <a:pt x="2506291" y="28906"/>
                  <a:pt x="2834811" y="0"/>
                </a:cubicBezTo>
                <a:cubicBezTo>
                  <a:pt x="2849439" y="231912"/>
                  <a:pt x="2849791" y="454177"/>
                  <a:pt x="2834811" y="586091"/>
                </a:cubicBezTo>
                <a:cubicBezTo>
                  <a:pt x="2819831" y="718005"/>
                  <a:pt x="2804599" y="981114"/>
                  <a:pt x="2834811" y="1242512"/>
                </a:cubicBezTo>
                <a:cubicBezTo>
                  <a:pt x="2865023" y="1503910"/>
                  <a:pt x="2819825" y="1732063"/>
                  <a:pt x="2834811" y="1898933"/>
                </a:cubicBezTo>
                <a:cubicBezTo>
                  <a:pt x="2849797" y="2065803"/>
                  <a:pt x="2848821" y="2187984"/>
                  <a:pt x="2834811" y="2449858"/>
                </a:cubicBezTo>
                <a:cubicBezTo>
                  <a:pt x="2820801" y="2711732"/>
                  <a:pt x="2841198" y="2751907"/>
                  <a:pt x="2834811" y="2930452"/>
                </a:cubicBezTo>
                <a:cubicBezTo>
                  <a:pt x="2828424" y="3108997"/>
                  <a:pt x="2817158" y="3341200"/>
                  <a:pt x="2834811" y="3516543"/>
                </a:cubicBezTo>
                <a:cubicBezTo>
                  <a:pt x="2566899" y="3495415"/>
                  <a:pt x="2414960" y="3514689"/>
                  <a:pt x="2296197" y="3516543"/>
                </a:cubicBezTo>
                <a:cubicBezTo>
                  <a:pt x="2177434" y="3518397"/>
                  <a:pt x="1947331" y="3525438"/>
                  <a:pt x="1672538" y="3516543"/>
                </a:cubicBezTo>
                <a:cubicBezTo>
                  <a:pt x="1397745" y="3507648"/>
                  <a:pt x="1290198" y="3536703"/>
                  <a:pt x="1048880" y="3516543"/>
                </a:cubicBezTo>
                <a:cubicBezTo>
                  <a:pt x="807562" y="3496383"/>
                  <a:pt x="693190" y="3533020"/>
                  <a:pt x="566962" y="3516543"/>
                </a:cubicBezTo>
                <a:cubicBezTo>
                  <a:pt x="440734" y="3500066"/>
                  <a:pt x="252643" y="3518924"/>
                  <a:pt x="0" y="3516543"/>
                </a:cubicBezTo>
                <a:cubicBezTo>
                  <a:pt x="-2451" y="3322884"/>
                  <a:pt x="18881" y="3215076"/>
                  <a:pt x="0" y="3035949"/>
                </a:cubicBezTo>
                <a:cubicBezTo>
                  <a:pt x="-18881" y="2856822"/>
                  <a:pt x="-3370" y="2650735"/>
                  <a:pt x="0" y="2449858"/>
                </a:cubicBezTo>
                <a:cubicBezTo>
                  <a:pt x="3370" y="2248981"/>
                  <a:pt x="22115" y="2108811"/>
                  <a:pt x="0" y="1934099"/>
                </a:cubicBezTo>
                <a:cubicBezTo>
                  <a:pt x="-22115" y="1759387"/>
                  <a:pt x="23538" y="1572050"/>
                  <a:pt x="0" y="1312843"/>
                </a:cubicBezTo>
                <a:cubicBezTo>
                  <a:pt x="-23538" y="1053636"/>
                  <a:pt x="-12356" y="1037278"/>
                  <a:pt x="0" y="797083"/>
                </a:cubicBezTo>
                <a:cubicBezTo>
                  <a:pt x="12356" y="556888"/>
                  <a:pt x="17166" y="372194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etângulo 15">
            <a:extLst>
              <a:ext uri="{FF2B5EF4-FFF2-40B4-BE49-F238E27FC236}">
                <a16:creationId xmlns:a16="http://schemas.microsoft.com/office/drawing/2014/main" id="{4CB09AF9-5FAD-4EB3-C435-D457B1DBE640}"/>
              </a:ext>
            </a:extLst>
          </p:cNvPr>
          <p:cNvSpPr/>
          <p:nvPr/>
        </p:nvSpPr>
        <p:spPr>
          <a:xfrm>
            <a:off x="3132503" y="3118891"/>
            <a:ext cx="2855687" cy="3516543"/>
          </a:xfrm>
          <a:custGeom>
            <a:avLst/>
            <a:gdLst>
              <a:gd name="csX0" fmla="*/ 0 w 2855687"/>
              <a:gd name="csY0" fmla="*/ 0 h 3516543"/>
              <a:gd name="csX1" fmla="*/ 485467 w 2855687"/>
              <a:gd name="csY1" fmla="*/ 0 h 3516543"/>
              <a:gd name="csX2" fmla="*/ 1113718 w 2855687"/>
              <a:gd name="csY2" fmla="*/ 0 h 3516543"/>
              <a:gd name="csX3" fmla="*/ 1741969 w 2855687"/>
              <a:gd name="csY3" fmla="*/ 0 h 3516543"/>
              <a:gd name="csX4" fmla="*/ 2284550 w 2855687"/>
              <a:gd name="csY4" fmla="*/ 0 h 3516543"/>
              <a:gd name="csX5" fmla="*/ 2855687 w 2855687"/>
              <a:gd name="csY5" fmla="*/ 0 h 3516543"/>
              <a:gd name="csX6" fmla="*/ 2855687 w 2855687"/>
              <a:gd name="csY6" fmla="*/ 656421 h 3516543"/>
              <a:gd name="csX7" fmla="*/ 2855687 w 2855687"/>
              <a:gd name="csY7" fmla="*/ 1137016 h 3516543"/>
              <a:gd name="csX8" fmla="*/ 2855687 w 2855687"/>
              <a:gd name="csY8" fmla="*/ 1723106 h 3516543"/>
              <a:gd name="csX9" fmla="*/ 2855687 w 2855687"/>
              <a:gd name="csY9" fmla="*/ 2309197 h 3516543"/>
              <a:gd name="csX10" fmla="*/ 2855687 w 2855687"/>
              <a:gd name="csY10" fmla="*/ 2824956 h 3516543"/>
              <a:gd name="csX11" fmla="*/ 2855687 w 2855687"/>
              <a:gd name="csY11" fmla="*/ 3516543 h 3516543"/>
              <a:gd name="csX12" fmla="*/ 2227436 w 2855687"/>
              <a:gd name="csY12" fmla="*/ 3516543 h 3516543"/>
              <a:gd name="csX13" fmla="*/ 1599185 w 2855687"/>
              <a:gd name="csY13" fmla="*/ 3516543 h 3516543"/>
              <a:gd name="csX14" fmla="*/ 1056604 w 2855687"/>
              <a:gd name="csY14" fmla="*/ 3516543 h 3516543"/>
              <a:gd name="csX15" fmla="*/ 0 w 2855687"/>
              <a:gd name="csY15" fmla="*/ 3516543 h 3516543"/>
              <a:gd name="csX16" fmla="*/ 0 w 2855687"/>
              <a:gd name="csY16" fmla="*/ 3035949 h 3516543"/>
              <a:gd name="csX17" fmla="*/ 0 w 2855687"/>
              <a:gd name="csY17" fmla="*/ 2485024 h 3516543"/>
              <a:gd name="csX18" fmla="*/ 0 w 2855687"/>
              <a:gd name="csY18" fmla="*/ 2004430 h 3516543"/>
              <a:gd name="csX19" fmla="*/ 0 w 2855687"/>
              <a:gd name="csY19" fmla="*/ 1523835 h 3516543"/>
              <a:gd name="csX20" fmla="*/ 0 w 2855687"/>
              <a:gd name="csY20" fmla="*/ 902579 h 3516543"/>
              <a:gd name="csX21" fmla="*/ 0 w 2855687"/>
              <a:gd name="csY21" fmla="*/ 0 h 3516543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55687" h="3516543" fill="none" extrusionOk="0">
                <a:moveTo>
                  <a:pt x="0" y="0"/>
                </a:moveTo>
                <a:cubicBezTo>
                  <a:pt x="115941" y="-14388"/>
                  <a:pt x="326452" y="11081"/>
                  <a:pt x="485467" y="0"/>
                </a:cubicBezTo>
                <a:cubicBezTo>
                  <a:pt x="644482" y="-11081"/>
                  <a:pt x="918264" y="12860"/>
                  <a:pt x="1113718" y="0"/>
                </a:cubicBezTo>
                <a:cubicBezTo>
                  <a:pt x="1309172" y="-12860"/>
                  <a:pt x="1511471" y="22376"/>
                  <a:pt x="1741969" y="0"/>
                </a:cubicBezTo>
                <a:cubicBezTo>
                  <a:pt x="1972467" y="-22376"/>
                  <a:pt x="2137354" y="-5036"/>
                  <a:pt x="2284550" y="0"/>
                </a:cubicBezTo>
                <a:cubicBezTo>
                  <a:pt x="2431746" y="5036"/>
                  <a:pt x="2726512" y="-16428"/>
                  <a:pt x="2855687" y="0"/>
                </a:cubicBezTo>
                <a:cubicBezTo>
                  <a:pt x="2835649" y="271682"/>
                  <a:pt x="2849909" y="429914"/>
                  <a:pt x="2855687" y="656421"/>
                </a:cubicBezTo>
                <a:cubicBezTo>
                  <a:pt x="2861465" y="882928"/>
                  <a:pt x="2879516" y="954821"/>
                  <a:pt x="2855687" y="1137016"/>
                </a:cubicBezTo>
                <a:cubicBezTo>
                  <a:pt x="2831858" y="1319211"/>
                  <a:pt x="2863719" y="1523611"/>
                  <a:pt x="2855687" y="1723106"/>
                </a:cubicBezTo>
                <a:cubicBezTo>
                  <a:pt x="2847656" y="1922601"/>
                  <a:pt x="2869240" y="2157377"/>
                  <a:pt x="2855687" y="2309197"/>
                </a:cubicBezTo>
                <a:cubicBezTo>
                  <a:pt x="2842134" y="2461017"/>
                  <a:pt x="2881369" y="2608280"/>
                  <a:pt x="2855687" y="2824956"/>
                </a:cubicBezTo>
                <a:cubicBezTo>
                  <a:pt x="2830005" y="3041632"/>
                  <a:pt x="2885549" y="3232904"/>
                  <a:pt x="2855687" y="3516543"/>
                </a:cubicBezTo>
                <a:cubicBezTo>
                  <a:pt x="2551525" y="3544012"/>
                  <a:pt x="2428123" y="3488382"/>
                  <a:pt x="2227436" y="3516543"/>
                </a:cubicBezTo>
                <a:cubicBezTo>
                  <a:pt x="2026749" y="3544704"/>
                  <a:pt x="1853581" y="3545643"/>
                  <a:pt x="1599185" y="3516543"/>
                </a:cubicBezTo>
                <a:cubicBezTo>
                  <a:pt x="1344789" y="3487443"/>
                  <a:pt x="1214416" y="3543354"/>
                  <a:pt x="1056604" y="3516543"/>
                </a:cubicBezTo>
                <a:cubicBezTo>
                  <a:pt x="898792" y="3489732"/>
                  <a:pt x="302187" y="3568056"/>
                  <a:pt x="0" y="3516543"/>
                </a:cubicBezTo>
                <a:cubicBezTo>
                  <a:pt x="16128" y="3349248"/>
                  <a:pt x="10956" y="3205932"/>
                  <a:pt x="0" y="3035949"/>
                </a:cubicBezTo>
                <a:cubicBezTo>
                  <a:pt x="-10956" y="2865966"/>
                  <a:pt x="-6260" y="2706963"/>
                  <a:pt x="0" y="2485024"/>
                </a:cubicBezTo>
                <a:cubicBezTo>
                  <a:pt x="6260" y="2263085"/>
                  <a:pt x="9408" y="2131630"/>
                  <a:pt x="0" y="2004430"/>
                </a:cubicBezTo>
                <a:cubicBezTo>
                  <a:pt x="-9408" y="1877230"/>
                  <a:pt x="-6404" y="1657142"/>
                  <a:pt x="0" y="1523835"/>
                </a:cubicBezTo>
                <a:cubicBezTo>
                  <a:pt x="6404" y="1390528"/>
                  <a:pt x="-20412" y="1117057"/>
                  <a:pt x="0" y="902579"/>
                </a:cubicBezTo>
                <a:cubicBezTo>
                  <a:pt x="20412" y="688101"/>
                  <a:pt x="39072" y="389870"/>
                  <a:pt x="0" y="0"/>
                </a:cubicBezTo>
                <a:close/>
              </a:path>
              <a:path w="2855687" h="3516543" stroke="0" extrusionOk="0">
                <a:moveTo>
                  <a:pt x="0" y="0"/>
                </a:moveTo>
                <a:cubicBezTo>
                  <a:pt x="114002" y="8822"/>
                  <a:pt x="282736" y="3237"/>
                  <a:pt x="514024" y="0"/>
                </a:cubicBezTo>
                <a:cubicBezTo>
                  <a:pt x="745312" y="-3237"/>
                  <a:pt x="808484" y="26276"/>
                  <a:pt x="1085161" y="0"/>
                </a:cubicBezTo>
                <a:cubicBezTo>
                  <a:pt x="1361838" y="-26276"/>
                  <a:pt x="1393770" y="-24037"/>
                  <a:pt x="1599185" y="0"/>
                </a:cubicBezTo>
                <a:cubicBezTo>
                  <a:pt x="1804600" y="24037"/>
                  <a:pt x="1959222" y="-21120"/>
                  <a:pt x="2113208" y="0"/>
                </a:cubicBezTo>
                <a:cubicBezTo>
                  <a:pt x="2267194" y="21120"/>
                  <a:pt x="2519398" y="-10552"/>
                  <a:pt x="2855687" y="0"/>
                </a:cubicBezTo>
                <a:cubicBezTo>
                  <a:pt x="2870315" y="231912"/>
                  <a:pt x="2870667" y="454177"/>
                  <a:pt x="2855687" y="586091"/>
                </a:cubicBezTo>
                <a:cubicBezTo>
                  <a:pt x="2840707" y="718005"/>
                  <a:pt x="2825475" y="981114"/>
                  <a:pt x="2855687" y="1242512"/>
                </a:cubicBezTo>
                <a:cubicBezTo>
                  <a:pt x="2885899" y="1503910"/>
                  <a:pt x="2840701" y="1732063"/>
                  <a:pt x="2855687" y="1898933"/>
                </a:cubicBezTo>
                <a:cubicBezTo>
                  <a:pt x="2870673" y="2065803"/>
                  <a:pt x="2869697" y="2187984"/>
                  <a:pt x="2855687" y="2449858"/>
                </a:cubicBezTo>
                <a:cubicBezTo>
                  <a:pt x="2841677" y="2711732"/>
                  <a:pt x="2862074" y="2751907"/>
                  <a:pt x="2855687" y="2930452"/>
                </a:cubicBezTo>
                <a:cubicBezTo>
                  <a:pt x="2849300" y="3108997"/>
                  <a:pt x="2838034" y="3341200"/>
                  <a:pt x="2855687" y="3516543"/>
                </a:cubicBezTo>
                <a:cubicBezTo>
                  <a:pt x="2588607" y="3503203"/>
                  <a:pt x="2524021" y="3527220"/>
                  <a:pt x="2313106" y="3516543"/>
                </a:cubicBezTo>
                <a:cubicBezTo>
                  <a:pt x="2102191" y="3505866"/>
                  <a:pt x="1903959" y="3537565"/>
                  <a:pt x="1684855" y="3516543"/>
                </a:cubicBezTo>
                <a:cubicBezTo>
                  <a:pt x="1465751" y="3495521"/>
                  <a:pt x="1205522" y="3489217"/>
                  <a:pt x="1056604" y="3516543"/>
                </a:cubicBezTo>
                <a:cubicBezTo>
                  <a:pt x="907686" y="3543869"/>
                  <a:pt x="681757" y="3496497"/>
                  <a:pt x="571137" y="3516543"/>
                </a:cubicBezTo>
                <a:cubicBezTo>
                  <a:pt x="460517" y="3536589"/>
                  <a:pt x="177825" y="3515778"/>
                  <a:pt x="0" y="3516543"/>
                </a:cubicBezTo>
                <a:cubicBezTo>
                  <a:pt x="-2451" y="3322884"/>
                  <a:pt x="18881" y="3215076"/>
                  <a:pt x="0" y="3035949"/>
                </a:cubicBezTo>
                <a:cubicBezTo>
                  <a:pt x="-18881" y="2856822"/>
                  <a:pt x="-3370" y="2650735"/>
                  <a:pt x="0" y="2449858"/>
                </a:cubicBezTo>
                <a:cubicBezTo>
                  <a:pt x="3370" y="2248981"/>
                  <a:pt x="22115" y="2108811"/>
                  <a:pt x="0" y="1934099"/>
                </a:cubicBezTo>
                <a:cubicBezTo>
                  <a:pt x="-22115" y="1759387"/>
                  <a:pt x="23538" y="1572050"/>
                  <a:pt x="0" y="1312843"/>
                </a:cubicBezTo>
                <a:cubicBezTo>
                  <a:pt x="-23538" y="1053636"/>
                  <a:pt x="-12356" y="1037278"/>
                  <a:pt x="0" y="797083"/>
                </a:cubicBezTo>
                <a:cubicBezTo>
                  <a:pt x="12356" y="556888"/>
                  <a:pt x="17166" y="372194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2C4D8486-4427-455E-190B-D555EE23CDC4}"/>
              </a:ext>
            </a:extLst>
          </p:cNvPr>
          <p:cNvSpPr/>
          <p:nvPr/>
        </p:nvSpPr>
        <p:spPr>
          <a:xfrm>
            <a:off x="6128310" y="3129329"/>
            <a:ext cx="2866127" cy="3495669"/>
          </a:xfrm>
          <a:custGeom>
            <a:avLst/>
            <a:gdLst>
              <a:gd name="csX0" fmla="*/ 0 w 2866127"/>
              <a:gd name="csY0" fmla="*/ 0 h 3495669"/>
              <a:gd name="csX1" fmla="*/ 601887 w 2866127"/>
              <a:gd name="csY1" fmla="*/ 0 h 3495669"/>
              <a:gd name="csX2" fmla="*/ 1203773 w 2866127"/>
              <a:gd name="csY2" fmla="*/ 0 h 3495669"/>
              <a:gd name="csX3" fmla="*/ 1805660 w 2866127"/>
              <a:gd name="csY3" fmla="*/ 0 h 3495669"/>
              <a:gd name="csX4" fmla="*/ 2350224 w 2866127"/>
              <a:gd name="csY4" fmla="*/ 0 h 3495669"/>
              <a:gd name="csX5" fmla="*/ 2866127 w 2866127"/>
              <a:gd name="csY5" fmla="*/ 0 h 3495669"/>
              <a:gd name="csX6" fmla="*/ 2866127 w 2866127"/>
              <a:gd name="csY6" fmla="*/ 769047 h 3495669"/>
              <a:gd name="csX7" fmla="*/ 2866127 w 2866127"/>
              <a:gd name="csY7" fmla="*/ 1503138 h 3495669"/>
              <a:gd name="csX8" fmla="*/ 2866127 w 2866127"/>
              <a:gd name="csY8" fmla="*/ 2202271 h 3495669"/>
              <a:gd name="csX9" fmla="*/ 2866127 w 2866127"/>
              <a:gd name="csY9" fmla="*/ 2831492 h 3495669"/>
              <a:gd name="csX10" fmla="*/ 2866127 w 2866127"/>
              <a:gd name="csY10" fmla="*/ 3495669 h 3495669"/>
              <a:gd name="csX11" fmla="*/ 2292902 w 2866127"/>
              <a:gd name="csY11" fmla="*/ 3495669 h 3495669"/>
              <a:gd name="csX12" fmla="*/ 1719676 w 2866127"/>
              <a:gd name="csY12" fmla="*/ 3495669 h 3495669"/>
              <a:gd name="csX13" fmla="*/ 1117790 w 2866127"/>
              <a:gd name="csY13" fmla="*/ 3495669 h 3495669"/>
              <a:gd name="csX14" fmla="*/ 544564 w 2866127"/>
              <a:gd name="csY14" fmla="*/ 3495669 h 3495669"/>
              <a:gd name="csX15" fmla="*/ 0 w 2866127"/>
              <a:gd name="csY15" fmla="*/ 3495669 h 3495669"/>
              <a:gd name="csX16" fmla="*/ 0 w 2866127"/>
              <a:gd name="csY16" fmla="*/ 2726622 h 3495669"/>
              <a:gd name="csX17" fmla="*/ 0 w 2866127"/>
              <a:gd name="csY17" fmla="*/ 2132358 h 3495669"/>
              <a:gd name="csX18" fmla="*/ 0 w 2866127"/>
              <a:gd name="csY18" fmla="*/ 1468181 h 3495669"/>
              <a:gd name="csX19" fmla="*/ 0 w 2866127"/>
              <a:gd name="csY19" fmla="*/ 804004 h 3495669"/>
              <a:gd name="csX20" fmla="*/ 0 w 2866127"/>
              <a:gd name="csY20" fmla="*/ 0 h 3495669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</a:cxnLst>
            <a:rect l="l" t="t" r="r" b="b"/>
            <a:pathLst>
              <a:path w="2866127" h="3495669" fill="none" extrusionOk="0">
                <a:moveTo>
                  <a:pt x="0" y="0"/>
                </a:moveTo>
                <a:cubicBezTo>
                  <a:pt x="243720" y="-22244"/>
                  <a:pt x="395060" y="18128"/>
                  <a:pt x="601887" y="0"/>
                </a:cubicBezTo>
                <a:cubicBezTo>
                  <a:pt x="808714" y="-18128"/>
                  <a:pt x="1071386" y="-125"/>
                  <a:pt x="1203773" y="0"/>
                </a:cubicBezTo>
                <a:cubicBezTo>
                  <a:pt x="1336160" y="125"/>
                  <a:pt x="1593208" y="5989"/>
                  <a:pt x="1805660" y="0"/>
                </a:cubicBezTo>
                <a:cubicBezTo>
                  <a:pt x="2018112" y="-5989"/>
                  <a:pt x="2197201" y="-18705"/>
                  <a:pt x="2350224" y="0"/>
                </a:cubicBezTo>
                <a:cubicBezTo>
                  <a:pt x="2503247" y="18705"/>
                  <a:pt x="2702512" y="-907"/>
                  <a:pt x="2866127" y="0"/>
                </a:cubicBezTo>
                <a:cubicBezTo>
                  <a:pt x="2890995" y="250342"/>
                  <a:pt x="2859301" y="478359"/>
                  <a:pt x="2866127" y="769047"/>
                </a:cubicBezTo>
                <a:cubicBezTo>
                  <a:pt x="2872953" y="1059735"/>
                  <a:pt x="2894088" y="1253999"/>
                  <a:pt x="2866127" y="1503138"/>
                </a:cubicBezTo>
                <a:cubicBezTo>
                  <a:pt x="2838166" y="1752277"/>
                  <a:pt x="2840091" y="1998131"/>
                  <a:pt x="2866127" y="2202271"/>
                </a:cubicBezTo>
                <a:cubicBezTo>
                  <a:pt x="2892163" y="2406411"/>
                  <a:pt x="2866994" y="2547013"/>
                  <a:pt x="2866127" y="2831492"/>
                </a:cubicBezTo>
                <a:cubicBezTo>
                  <a:pt x="2865260" y="3115971"/>
                  <a:pt x="2842849" y="3316388"/>
                  <a:pt x="2866127" y="3495669"/>
                </a:cubicBezTo>
                <a:cubicBezTo>
                  <a:pt x="2678726" y="3503822"/>
                  <a:pt x="2567366" y="3511913"/>
                  <a:pt x="2292902" y="3495669"/>
                </a:cubicBezTo>
                <a:cubicBezTo>
                  <a:pt x="2018438" y="3479425"/>
                  <a:pt x="1890321" y="3469974"/>
                  <a:pt x="1719676" y="3495669"/>
                </a:cubicBezTo>
                <a:cubicBezTo>
                  <a:pt x="1549031" y="3521364"/>
                  <a:pt x="1263084" y="3502616"/>
                  <a:pt x="1117790" y="3495669"/>
                </a:cubicBezTo>
                <a:cubicBezTo>
                  <a:pt x="972496" y="3488722"/>
                  <a:pt x="784966" y="3500544"/>
                  <a:pt x="544564" y="3495669"/>
                </a:cubicBezTo>
                <a:cubicBezTo>
                  <a:pt x="304162" y="3490794"/>
                  <a:pt x="253927" y="3480786"/>
                  <a:pt x="0" y="3495669"/>
                </a:cubicBezTo>
                <a:cubicBezTo>
                  <a:pt x="9574" y="3175308"/>
                  <a:pt x="3792" y="2916961"/>
                  <a:pt x="0" y="2726622"/>
                </a:cubicBezTo>
                <a:cubicBezTo>
                  <a:pt x="-3792" y="2536283"/>
                  <a:pt x="26172" y="2312374"/>
                  <a:pt x="0" y="2132358"/>
                </a:cubicBezTo>
                <a:cubicBezTo>
                  <a:pt x="-26172" y="1952342"/>
                  <a:pt x="-8230" y="1633363"/>
                  <a:pt x="0" y="1468181"/>
                </a:cubicBezTo>
                <a:cubicBezTo>
                  <a:pt x="8230" y="1302999"/>
                  <a:pt x="703" y="982862"/>
                  <a:pt x="0" y="804004"/>
                </a:cubicBezTo>
                <a:cubicBezTo>
                  <a:pt x="-703" y="625146"/>
                  <a:pt x="12203" y="263061"/>
                  <a:pt x="0" y="0"/>
                </a:cubicBezTo>
                <a:close/>
              </a:path>
              <a:path w="2866127" h="3495669" stroke="0" extrusionOk="0">
                <a:moveTo>
                  <a:pt x="0" y="0"/>
                </a:moveTo>
                <a:cubicBezTo>
                  <a:pt x="255787" y="-14359"/>
                  <a:pt x="282021" y="-11665"/>
                  <a:pt x="515903" y="0"/>
                </a:cubicBezTo>
                <a:cubicBezTo>
                  <a:pt x="749785" y="11665"/>
                  <a:pt x="846678" y="-3812"/>
                  <a:pt x="1089128" y="0"/>
                </a:cubicBezTo>
                <a:cubicBezTo>
                  <a:pt x="1331579" y="3812"/>
                  <a:pt x="1448354" y="-12963"/>
                  <a:pt x="1605031" y="0"/>
                </a:cubicBezTo>
                <a:cubicBezTo>
                  <a:pt x="1761708" y="12963"/>
                  <a:pt x="1876733" y="-13932"/>
                  <a:pt x="2120934" y="0"/>
                </a:cubicBezTo>
                <a:cubicBezTo>
                  <a:pt x="2365135" y="13932"/>
                  <a:pt x="2652969" y="31171"/>
                  <a:pt x="2866127" y="0"/>
                </a:cubicBezTo>
                <a:cubicBezTo>
                  <a:pt x="2876419" y="190347"/>
                  <a:pt x="2882064" y="532297"/>
                  <a:pt x="2866127" y="699134"/>
                </a:cubicBezTo>
                <a:cubicBezTo>
                  <a:pt x="2850190" y="865971"/>
                  <a:pt x="2842374" y="1281663"/>
                  <a:pt x="2866127" y="1468181"/>
                </a:cubicBezTo>
                <a:cubicBezTo>
                  <a:pt x="2889880" y="1654699"/>
                  <a:pt x="2902215" y="2055082"/>
                  <a:pt x="2866127" y="2237228"/>
                </a:cubicBezTo>
                <a:cubicBezTo>
                  <a:pt x="2830039" y="2419374"/>
                  <a:pt x="2817104" y="3109586"/>
                  <a:pt x="2866127" y="3495669"/>
                </a:cubicBezTo>
                <a:cubicBezTo>
                  <a:pt x="2759740" y="3516191"/>
                  <a:pt x="2587518" y="3514348"/>
                  <a:pt x="2378885" y="3495669"/>
                </a:cubicBezTo>
                <a:cubicBezTo>
                  <a:pt x="2170252" y="3476990"/>
                  <a:pt x="2063593" y="3522270"/>
                  <a:pt x="1776999" y="3495669"/>
                </a:cubicBezTo>
                <a:cubicBezTo>
                  <a:pt x="1490405" y="3469068"/>
                  <a:pt x="1396769" y="3488838"/>
                  <a:pt x="1203773" y="3495669"/>
                </a:cubicBezTo>
                <a:cubicBezTo>
                  <a:pt x="1010777" y="3502500"/>
                  <a:pt x="746891" y="3477855"/>
                  <a:pt x="573225" y="3495669"/>
                </a:cubicBezTo>
                <a:cubicBezTo>
                  <a:pt x="399559" y="3513483"/>
                  <a:pt x="242550" y="3470454"/>
                  <a:pt x="0" y="3495669"/>
                </a:cubicBezTo>
                <a:cubicBezTo>
                  <a:pt x="5182" y="3225621"/>
                  <a:pt x="8034" y="3148693"/>
                  <a:pt x="0" y="2901405"/>
                </a:cubicBezTo>
                <a:cubicBezTo>
                  <a:pt x="-8034" y="2654117"/>
                  <a:pt x="1939" y="2446015"/>
                  <a:pt x="0" y="2307142"/>
                </a:cubicBezTo>
                <a:cubicBezTo>
                  <a:pt x="-1939" y="2168269"/>
                  <a:pt x="1086" y="1935767"/>
                  <a:pt x="0" y="1608008"/>
                </a:cubicBezTo>
                <a:cubicBezTo>
                  <a:pt x="-1086" y="1280249"/>
                  <a:pt x="32646" y="1136087"/>
                  <a:pt x="0" y="908874"/>
                </a:cubicBezTo>
                <a:cubicBezTo>
                  <a:pt x="-32646" y="681661"/>
                  <a:pt x="9820" y="314844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Retângulo 17">
            <a:extLst>
              <a:ext uri="{FF2B5EF4-FFF2-40B4-BE49-F238E27FC236}">
                <a16:creationId xmlns:a16="http://schemas.microsoft.com/office/drawing/2014/main" id="{C31B7040-FF20-A27F-846B-E45A74E00913}"/>
              </a:ext>
            </a:extLst>
          </p:cNvPr>
          <p:cNvSpPr/>
          <p:nvPr/>
        </p:nvSpPr>
        <p:spPr>
          <a:xfrm>
            <a:off x="9124119" y="3129330"/>
            <a:ext cx="2824373" cy="3506105"/>
          </a:xfrm>
          <a:custGeom>
            <a:avLst/>
            <a:gdLst>
              <a:gd name="csX0" fmla="*/ 0 w 2824373"/>
              <a:gd name="csY0" fmla="*/ 0 h 3506105"/>
              <a:gd name="csX1" fmla="*/ 480143 w 2824373"/>
              <a:gd name="csY1" fmla="*/ 0 h 3506105"/>
              <a:gd name="csX2" fmla="*/ 1101505 w 2824373"/>
              <a:gd name="csY2" fmla="*/ 0 h 3506105"/>
              <a:gd name="csX3" fmla="*/ 1722868 w 2824373"/>
              <a:gd name="csY3" fmla="*/ 0 h 3506105"/>
              <a:gd name="csX4" fmla="*/ 2259498 w 2824373"/>
              <a:gd name="csY4" fmla="*/ 0 h 3506105"/>
              <a:gd name="csX5" fmla="*/ 2824373 w 2824373"/>
              <a:gd name="csY5" fmla="*/ 0 h 3506105"/>
              <a:gd name="csX6" fmla="*/ 2824373 w 2824373"/>
              <a:gd name="csY6" fmla="*/ 654473 h 3506105"/>
              <a:gd name="csX7" fmla="*/ 2824373 w 2824373"/>
              <a:gd name="csY7" fmla="*/ 1133641 h 3506105"/>
              <a:gd name="csX8" fmla="*/ 2824373 w 2824373"/>
              <a:gd name="csY8" fmla="*/ 1717991 h 3506105"/>
              <a:gd name="csX9" fmla="*/ 2824373 w 2824373"/>
              <a:gd name="csY9" fmla="*/ 2302342 h 3506105"/>
              <a:gd name="csX10" fmla="*/ 2824373 w 2824373"/>
              <a:gd name="csY10" fmla="*/ 2816571 h 3506105"/>
              <a:gd name="csX11" fmla="*/ 2824373 w 2824373"/>
              <a:gd name="csY11" fmla="*/ 3506105 h 3506105"/>
              <a:gd name="csX12" fmla="*/ 2203011 w 2824373"/>
              <a:gd name="csY12" fmla="*/ 3506105 h 3506105"/>
              <a:gd name="csX13" fmla="*/ 1581649 w 2824373"/>
              <a:gd name="csY13" fmla="*/ 3506105 h 3506105"/>
              <a:gd name="csX14" fmla="*/ 1045018 w 2824373"/>
              <a:gd name="csY14" fmla="*/ 3506105 h 3506105"/>
              <a:gd name="csX15" fmla="*/ 0 w 2824373"/>
              <a:gd name="csY15" fmla="*/ 3506105 h 3506105"/>
              <a:gd name="csX16" fmla="*/ 0 w 2824373"/>
              <a:gd name="csY16" fmla="*/ 3026937 h 3506105"/>
              <a:gd name="csX17" fmla="*/ 0 w 2824373"/>
              <a:gd name="csY17" fmla="*/ 2477648 h 3506105"/>
              <a:gd name="csX18" fmla="*/ 0 w 2824373"/>
              <a:gd name="csY18" fmla="*/ 1998480 h 3506105"/>
              <a:gd name="csX19" fmla="*/ 0 w 2824373"/>
              <a:gd name="csY19" fmla="*/ 1519312 h 3506105"/>
              <a:gd name="csX20" fmla="*/ 0 w 2824373"/>
              <a:gd name="csY20" fmla="*/ 899900 h 3506105"/>
              <a:gd name="csX21" fmla="*/ 0 w 2824373"/>
              <a:gd name="csY21" fmla="*/ 0 h 3506105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24373" h="3506105" fill="none" extrusionOk="0">
                <a:moveTo>
                  <a:pt x="0" y="0"/>
                </a:moveTo>
                <a:cubicBezTo>
                  <a:pt x="216596" y="10044"/>
                  <a:pt x="323195" y="1040"/>
                  <a:pt x="480143" y="0"/>
                </a:cubicBezTo>
                <a:cubicBezTo>
                  <a:pt x="637091" y="-1040"/>
                  <a:pt x="841559" y="21062"/>
                  <a:pt x="1101505" y="0"/>
                </a:cubicBezTo>
                <a:cubicBezTo>
                  <a:pt x="1361451" y="-21062"/>
                  <a:pt x="1593790" y="-21358"/>
                  <a:pt x="1722868" y="0"/>
                </a:cubicBezTo>
                <a:cubicBezTo>
                  <a:pt x="1851946" y="21358"/>
                  <a:pt x="2144041" y="-7039"/>
                  <a:pt x="2259498" y="0"/>
                </a:cubicBezTo>
                <a:cubicBezTo>
                  <a:pt x="2374955" y="7039"/>
                  <a:pt x="2673563" y="5809"/>
                  <a:pt x="2824373" y="0"/>
                </a:cubicBezTo>
                <a:cubicBezTo>
                  <a:pt x="2850776" y="130917"/>
                  <a:pt x="2830154" y="450335"/>
                  <a:pt x="2824373" y="654473"/>
                </a:cubicBezTo>
                <a:cubicBezTo>
                  <a:pt x="2818592" y="858611"/>
                  <a:pt x="2831190" y="904599"/>
                  <a:pt x="2824373" y="1133641"/>
                </a:cubicBezTo>
                <a:cubicBezTo>
                  <a:pt x="2817556" y="1362683"/>
                  <a:pt x="2806508" y="1575006"/>
                  <a:pt x="2824373" y="1717991"/>
                </a:cubicBezTo>
                <a:cubicBezTo>
                  <a:pt x="2842239" y="1860976"/>
                  <a:pt x="2831793" y="2056785"/>
                  <a:pt x="2824373" y="2302342"/>
                </a:cubicBezTo>
                <a:cubicBezTo>
                  <a:pt x="2816953" y="2547899"/>
                  <a:pt x="2837573" y="2674891"/>
                  <a:pt x="2824373" y="2816571"/>
                </a:cubicBezTo>
                <a:cubicBezTo>
                  <a:pt x="2811173" y="2958251"/>
                  <a:pt x="2806393" y="3257908"/>
                  <a:pt x="2824373" y="3506105"/>
                </a:cubicBezTo>
                <a:cubicBezTo>
                  <a:pt x="2657187" y="3496007"/>
                  <a:pt x="2424139" y="3513525"/>
                  <a:pt x="2203011" y="3506105"/>
                </a:cubicBezTo>
                <a:cubicBezTo>
                  <a:pt x="1981883" y="3498685"/>
                  <a:pt x="1874179" y="3535186"/>
                  <a:pt x="1581649" y="3506105"/>
                </a:cubicBezTo>
                <a:cubicBezTo>
                  <a:pt x="1289119" y="3477024"/>
                  <a:pt x="1228710" y="3496511"/>
                  <a:pt x="1045018" y="3506105"/>
                </a:cubicBezTo>
                <a:cubicBezTo>
                  <a:pt x="861326" y="3515699"/>
                  <a:pt x="286421" y="3542368"/>
                  <a:pt x="0" y="3506105"/>
                </a:cubicBezTo>
                <a:cubicBezTo>
                  <a:pt x="-16008" y="3267871"/>
                  <a:pt x="-14531" y="3174110"/>
                  <a:pt x="0" y="3026937"/>
                </a:cubicBezTo>
                <a:cubicBezTo>
                  <a:pt x="14531" y="2879764"/>
                  <a:pt x="-15976" y="2685690"/>
                  <a:pt x="0" y="2477648"/>
                </a:cubicBezTo>
                <a:cubicBezTo>
                  <a:pt x="15976" y="2269606"/>
                  <a:pt x="-10574" y="2214663"/>
                  <a:pt x="0" y="1998480"/>
                </a:cubicBezTo>
                <a:cubicBezTo>
                  <a:pt x="10574" y="1782297"/>
                  <a:pt x="13907" y="1729390"/>
                  <a:pt x="0" y="1519312"/>
                </a:cubicBezTo>
                <a:cubicBezTo>
                  <a:pt x="-13907" y="1309234"/>
                  <a:pt x="-30607" y="1142768"/>
                  <a:pt x="0" y="899900"/>
                </a:cubicBezTo>
                <a:cubicBezTo>
                  <a:pt x="30607" y="657032"/>
                  <a:pt x="-20948" y="329220"/>
                  <a:pt x="0" y="0"/>
                </a:cubicBezTo>
                <a:close/>
              </a:path>
              <a:path w="2824373" h="3506105" stroke="0" extrusionOk="0">
                <a:moveTo>
                  <a:pt x="0" y="0"/>
                </a:moveTo>
                <a:cubicBezTo>
                  <a:pt x="247029" y="857"/>
                  <a:pt x="307600" y="-24035"/>
                  <a:pt x="508387" y="0"/>
                </a:cubicBezTo>
                <a:cubicBezTo>
                  <a:pt x="709174" y="24035"/>
                  <a:pt x="950386" y="24235"/>
                  <a:pt x="1073262" y="0"/>
                </a:cubicBezTo>
                <a:cubicBezTo>
                  <a:pt x="1196139" y="-24235"/>
                  <a:pt x="1396064" y="-2124"/>
                  <a:pt x="1581649" y="0"/>
                </a:cubicBezTo>
                <a:cubicBezTo>
                  <a:pt x="1767234" y="2124"/>
                  <a:pt x="1929134" y="4304"/>
                  <a:pt x="2090036" y="0"/>
                </a:cubicBezTo>
                <a:cubicBezTo>
                  <a:pt x="2250938" y="-4304"/>
                  <a:pt x="2626752" y="-35695"/>
                  <a:pt x="2824373" y="0"/>
                </a:cubicBezTo>
                <a:cubicBezTo>
                  <a:pt x="2831379" y="187599"/>
                  <a:pt x="2843656" y="371469"/>
                  <a:pt x="2824373" y="584351"/>
                </a:cubicBezTo>
                <a:cubicBezTo>
                  <a:pt x="2805090" y="797233"/>
                  <a:pt x="2831103" y="1011669"/>
                  <a:pt x="2824373" y="1238824"/>
                </a:cubicBezTo>
                <a:cubicBezTo>
                  <a:pt x="2817643" y="1465979"/>
                  <a:pt x="2805106" y="1743572"/>
                  <a:pt x="2824373" y="1893297"/>
                </a:cubicBezTo>
                <a:cubicBezTo>
                  <a:pt x="2843640" y="2043022"/>
                  <a:pt x="2813813" y="2216650"/>
                  <a:pt x="2824373" y="2442586"/>
                </a:cubicBezTo>
                <a:cubicBezTo>
                  <a:pt x="2834933" y="2668522"/>
                  <a:pt x="2834981" y="2716995"/>
                  <a:pt x="2824373" y="2921754"/>
                </a:cubicBezTo>
                <a:cubicBezTo>
                  <a:pt x="2813765" y="3126513"/>
                  <a:pt x="2830369" y="3308103"/>
                  <a:pt x="2824373" y="3506105"/>
                </a:cubicBezTo>
                <a:cubicBezTo>
                  <a:pt x="2569397" y="3506462"/>
                  <a:pt x="2495271" y="3523910"/>
                  <a:pt x="2287742" y="3506105"/>
                </a:cubicBezTo>
                <a:cubicBezTo>
                  <a:pt x="2080213" y="3488300"/>
                  <a:pt x="1940828" y="3519410"/>
                  <a:pt x="1666380" y="3506105"/>
                </a:cubicBezTo>
                <a:cubicBezTo>
                  <a:pt x="1391932" y="3492800"/>
                  <a:pt x="1311281" y="3505454"/>
                  <a:pt x="1045018" y="3506105"/>
                </a:cubicBezTo>
                <a:cubicBezTo>
                  <a:pt x="778755" y="3506756"/>
                  <a:pt x="692356" y="3514009"/>
                  <a:pt x="564875" y="3506105"/>
                </a:cubicBezTo>
                <a:cubicBezTo>
                  <a:pt x="437394" y="3498201"/>
                  <a:pt x="273505" y="3523941"/>
                  <a:pt x="0" y="3506105"/>
                </a:cubicBezTo>
                <a:cubicBezTo>
                  <a:pt x="-814" y="3316177"/>
                  <a:pt x="-15992" y="3266508"/>
                  <a:pt x="0" y="3026937"/>
                </a:cubicBezTo>
                <a:cubicBezTo>
                  <a:pt x="15992" y="2787366"/>
                  <a:pt x="28493" y="2681486"/>
                  <a:pt x="0" y="2442586"/>
                </a:cubicBezTo>
                <a:cubicBezTo>
                  <a:pt x="-28493" y="2203686"/>
                  <a:pt x="17985" y="2123482"/>
                  <a:pt x="0" y="1928358"/>
                </a:cubicBezTo>
                <a:cubicBezTo>
                  <a:pt x="-17985" y="1733234"/>
                  <a:pt x="-1651" y="1516185"/>
                  <a:pt x="0" y="1308946"/>
                </a:cubicBezTo>
                <a:cubicBezTo>
                  <a:pt x="1651" y="1101707"/>
                  <a:pt x="7526" y="917981"/>
                  <a:pt x="0" y="794717"/>
                </a:cubicBezTo>
                <a:cubicBezTo>
                  <a:pt x="-7526" y="671453"/>
                  <a:pt x="28382" y="367847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82B71022-EADD-E278-AF88-F6F50212D524}"/>
              </a:ext>
            </a:extLst>
          </p:cNvPr>
          <p:cNvSpPr txBox="1"/>
          <p:nvPr/>
        </p:nvSpPr>
        <p:spPr>
          <a:xfrm>
            <a:off x="286501" y="3156511"/>
            <a:ext cx="2607501" cy="33239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10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Reuniões com organizações socioprodutivas;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Mapeamento e seleção das famílias;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Prestação de ATER (individual e coletiva);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Cursos e Oficinas.</a:t>
            </a:r>
            <a:endParaRPr lang="pt-BR" dirty="0"/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F15ED24-DA30-5079-5D36-9C4B0C0156A0}"/>
              </a:ext>
            </a:extLst>
          </p:cNvPr>
          <p:cNvSpPr txBox="1"/>
          <p:nvPr/>
        </p:nvSpPr>
        <p:spPr>
          <a:xfrm>
            <a:off x="3230117" y="3198264"/>
            <a:ext cx="2847581" cy="335035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sz="16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9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Elaborar projeto técnico;</a:t>
            </a:r>
            <a:b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Regularização ambiental e sanitária;</a:t>
            </a:r>
            <a:b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600" dirty="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Construção da agroindústria;</a:t>
            </a:r>
            <a:b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Aquisição de equipamentos e materiais;</a:t>
            </a:r>
            <a:b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6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Ensaio de comercialização com aquisição de matéria prima.</a:t>
            </a:r>
            <a:endParaRPr lang="pt-BR" sz="1600" dirty="0"/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C3560BA8-E35E-FFE6-344B-6FC127CF73D9}"/>
              </a:ext>
            </a:extLst>
          </p:cNvPr>
          <p:cNvSpPr txBox="1"/>
          <p:nvPr/>
        </p:nvSpPr>
        <p:spPr>
          <a:xfrm>
            <a:off x="6194610" y="3208702"/>
            <a:ext cx="2795390" cy="32778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10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Fortalecimento Organizacional da AEFAC;</a:t>
            </a:r>
            <a:b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pt-BR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 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Apoio ao fortalecimento da Cooperativa</a:t>
            </a:r>
            <a:b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pt-BR" sz="6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2.1. Planejamento Estratégico;</a:t>
            </a:r>
            <a:b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pt-BR" sz="10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</a:t>
            </a: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Realizar a gestão administrativa e financeira do projeto.</a:t>
            </a:r>
            <a:endParaRPr lang="pt-BR" sz="1700" dirty="0"/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0FACBCC0-9402-941E-F6BB-37E02DE8D9F1}"/>
              </a:ext>
            </a:extLst>
          </p:cNvPr>
          <p:cNvSpPr txBox="1"/>
          <p:nvPr/>
        </p:nvSpPr>
        <p:spPr>
          <a:xfrm>
            <a:off x="9138227" y="3219140"/>
            <a:ext cx="279539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10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Aquisição de logística da produção;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Plano de operação da Fábrica;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2.1. Capacitação em produção de alimentos;</a:t>
            </a:r>
            <a:b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r>
              <a:rPr lang="pt-BR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2.2. Atualizar o Plano de Negócios da agroindústria.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173532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30" grpId="0" animBg="1"/>
      <p:bldP spid="63" grpId="0" animBg="1"/>
      <p:bldP spid="73" grpId="0" animBg="1"/>
      <p:bldP spid="74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E1BA73D-8830-460C-CC66-DE763DD68A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Octógono 29">
            <a:extLst>
              <a:ext uri="{FF2B5EF4-FFF2-40B4-BE49-F238E27FC236}">
                <a16:creationId xmlns:a16="http://schemas.microsoft.com/office/drawing/2014/main" id="{4142649D-5E41-E787-234F-9540C58FC21B}"/>
              </a:ext>
            </a:extLst>
          </p:cNvPr>
          <p:cNvSpPr/>
          <p:nvPr/>
        </p:nvSpPr>
        <p:spPr>
          <a:xfrm>
            <a:off x="1223642" y="1948155"/>
            <a:ext cx="2833599" cy="856996"/>
          </a:xfrm>
          <a:custGeom>
            <a:avLst/>
            <a:gdLst>
              <a:gd name="csX0" fmla="*/ 0 w 2833599"/>
              <a:gd name="csY0" fmla="*/ 251006 h 856996"/>
              <a:gd name="csX1" fmla="*/ 251006 w 2833599"/>
              <a:gd name="csY1" fmla="*/ 0 h 856996"/>
              <a:gd name="csX2" fmla="*/ 880534 w 2833599"/>
              <a:gd name="csY2" fmla="*/ 0 h 856996"/>
              <a:gd name="csX3" fmla="*/ 1440115 w 2833599"/>
              <a:gd name="csY3" fmla="*/ 0 h 856996"/>
              <a:gd name="csX4" fmla="*/ 2046328 w 2833599"/>
              <a:gd name="csY4" fmla="*/ 0 h 856996"/>
              <a:gd name="csX5" fmla="*/ 2582593 w 2833599"/>
              <a:gd name="csY5" fmla="*/ 0 h 856996"/>
              <a:gd name="csX6" fmla="*/ 2833599 w 2833599"/>
              <a:gd name="csY6" fmla="*/ 251006 h 856996"/>
              <a:gd name="csX7" fmla="*/ 2833599 w 2833599"/>
              <a:gd name="csY7" fmla="*/ 605990 h 856996"/>
              <a:gd name="csX8" fmla="*/ 2582593 w 2833599"/>
              <a:gd name="csY8" fmla="*/ 856996 h 856996"/>
              <a:gd name="csX9" fmla="*/ 1976380 w 2833599"/>
              <a:gd name="csY9" fmla="*/ 856996 h 856996"/>
              <a:gd name="csX10" fmla="*/ 1346852 w 2833599"/>
              <a:gd name="csY10" fmla="*/ 856996 h 856996"/>
              <a:gd name="csX11" fmla="*/ 251006 w 2833599"/>
              <a:gd name="csY11" fmla="*/ 856996 h 856996"/>
              <a:gd name="csX12" fmla="*/ 0 w 2833599"/>
              <a:gd name="csY12" fmla="*/ 605990 h 856996"/>
              <a:gd name="csX13" fmla="*/ 0 w 2833599"/>
              <a:gd name="csY13" fmla="*/ 251006 h 856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33599" h="856996" fill="none" extrusionOk="0">
                <a:moveTo>
                  <a:pt x="0" y="251006"/>
                </a:moveTo>
                <a:cubicBezTo>
                  <a:pt x="106438" y="120320"/>
                  <a:pt x="186866" y="72851"/>
                  <a:pt x="251006" y="0"/>
                </a:cubicBezTo>
                <a:cubicBezTo>
                  <a:pt x="510543" y="2904"/>
                  <a:pt x="701195" y="16464"/>
                  <a:pt x="880534" y="0"/>
                </a:cubicBezTo>
                <a:cubicBezTo>
                  <a:pt x="1059873" y="-16464"/>
                  <a:pt x="1266747" y="-4759"/>
                  <a:pt x="1440115" y="0"/>
                </a:cubicBezTo>
                <a:cubicBezTo>
                  <a:pt x="1613483" y="4759"/>
                  <a:pt x="1868595" y="17603"/>
                  <a:pt x="2046328" y="0"/>
                </a:cubicBezTo>
                <a:cubicBezTo>
                  <a:pt x="2224061" y="-17603"/>
                  <a:pt x="2381265" y="-6693"/>
                  <a:pt x="2582593" y="0"/>
                </a:cubicBezTo>
                <a:cubicBezTo>
                  <a:pt x="2682701" y="107761"/>
                  <a:pt x="2729164" y="159664"/>
                  <a:pt x="2833599" y="251006"/>
                </a:cubicBezTo>
                <a:cubicBezTo>
                  <a:pt x="2840844" y="370603"/>
                  <a:pt x="2833044" y="455694"/>
                  <a:pt x="2833599" y="605990"/>
                </a:cubicBezTo>
                <a:cubicBezTo>
                  <a:pt x="2717680" y="720393"/>
                  <a:pt x="2653336" y="791306"/>
                  <a:pt x="2582593" y="856996"/>
                </a:cubicBezTo>
                <a:cubicBezTo>
                  <a:pt x="2295091" y="880598"/>
                  <a:pt x="2128407" y="851403"/>
                  <a:pt x="1976380" y="856996"/>
                </a:cubicBezTo>
                <a:cubicBezTo>
                  <a:pt x="1824353" y="862589"/>
                  <a:pt x="1483087" y="876256"/>
                  <a:pt x="1346852" y="856996"/>
                </a:cubicBezTo>
                <a:cubicBezTo>
                  <a:pt x="1210617" y="837736"/>
                  <a:pt x="616205" y="819422"/>
                  <a:pt x="251006" y="856996"/>
                </a:cubicBezTo>
                <a:cubicBezTo>
                  <a:pt x="173170" y="780434"/>
                  <a:pt x="109914" y="706604"/>
                  <a:pt x="0" y="605990"/>
                </a:cubicBezTo>
                <a:cubicBezTo>
                  <a:pt x="10946" y="484878"/>
                  <a:pt x="15007" y="411325"/>
                  <a:pt x="0" y="251006"/>
                </a:cubicBezTo>
                <a:close/>
              </a:path>
              <a:path w="2833599" h="856996" stroke="0" extrusionOk="0">
                <a:moveTo>
                  <a:pt x="0" y="251006"/>
                </a:moveTo>
                <a:cubicBezTo>
                  <a:pt x="89691" y="183635"/>
                  <a:pt x="159800" y="97573"/>
                  <a:pt x="251006" y="0"/>
                </a:cubicBezTo>
                <a:cubicBezTo>
                  <a:pt x="506109" y="19481"/>
                  <a:pt x="521218" y="14316"/>
                  <a:pt x="763955" y="0"/>
                </a:cubicBezTo>
                <a:cubicBezTo>
                  <a:pt x="1006692" y="-14316"/>
                  <a:pt x="1162502" y="-5028"/>
                  <a:pt x="1346852" y="0"/>
                </a:cubicBezTo>
                <a:cubicBezTo>
                  <a:pt x="1531202" y="5028"/>
                  <a:pt x="1724412" y="13641"/>
                  <a:pt x="1883117" y="0"/>
                </a:cubicBezTo>
                <a:cubicBezTo>
                  <a:pt x="2041823" y="-13641"/>
                  <a:pt x="2253382" y="8173"/>
                  <a:pt x="2582593" y="0"/>
                </a:cubicBezTo>
                <a:cubicBezTo>
                  <a:pt x="2635328" y="74963"/>
                  <a:pt x="2736200" y="133699"/>
                  <a:pt x="2833599" y="251006"/>
                </a:cubicBezTo>
                <a:cubicBezTo>
                  <a:pt x="2822914" y="365234"/>
                  <a:pt x="2836152" y="454508"/>
                  <a:pt x="2833599" y="605990"/>
                </a:cubicBezTo>
                <a:cubicBezTo>
                  <a:pt x="2707348" y="724574"/>
                  <a:pt x="2646031" y="815545"/>
                  <a:pt x="2582593" y="856996"/>
                </a:cubicBezTo>
                <a:cubicBezTo>
                  <a:pt x="2474483" y="843237"/>
                  <a:pt x="2246200" y="843503"/>
                  <a:pt x="2046328" y="856996"/>
                </a:cubicBezTo>
                <a:cubicBezTo>
                  <a:pt x="1846456" y="870489"/>
                  <a:pt x="1627453" y="871741"/>
                  <a:pt x="1463431" y="856996"/>
                </a:cubicBezTo>
                <a:cubicBezTo>
                  <a:pt x="1299409" y="842251"/>
                  <a:pt x="1078928" y="846841"/>
                  <a:pt x="857219" y="856996"/>
                </a:cubicBezTo>
                <a:cubicBezTo>
                  <a:pt x="635510" y="867151"/>
                  <a:pt x="505402" y="855755"/>
                  <a:pt x="251006" y="856996"/>
                </a:cubicBezTo>
                <a:cubicBezTo>
                  <a:pt x="115212" y="745284"/>
                  <a:pt x="101659" y="716268"/>
                  <a:pt x="0" y="605990"/>
                </a:cubicBezTo>
                <a:cubicBezTo>
                  <a:pt x="17613" y="459345"/>
                  <a:pt x="-10830" y="425677"/>
                  <a:pt x="0" y="251006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3919999907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400" b="1" dirty="0"/>
              <a:t>Fortalecer a Educação </a:t>
            </a:r>
            <a:r>
              <a:rPr lang="pt-BR" sz="1600" b="1" dirty="0"/>
              <a:t>empreendedora</a:t>
            </a:r>
            <a:r>
              <a:rPr lang="pt-BR" sz="1400" b="1" dirty="0"/>
              <a:t> dos Jovens Talentos da </a:t>
            </a:r>
            <a:r>
              <a:rPr lang="pt-BR" sz="1400" b="1" err="1"/>
              <a:t>AEFAC</a:t>
            </a:r>
            <a:r>
              <a:rPr lang="pt-BR" sz="1400" b="1" dirty="0"/>
              <a:t> </a:t>
            </a:r>
          </a:p>
        </p:txBody>
      </p:sp>
      <p:sp>
        <p:nvSpPr>
          <p:cNvPr id="63" name="Octógono 62">
            <a:extLst>
              <a:ext uri="{FF2B5EF4-FFF2-40B4-BE49-F238E27FC236}">
                <a16:creationId xmlns:a16="http://schemas.microsoft.com/office/drawing/2014/main" id="{DF8A5F30-5AE8-B558-B658-4ECEAC04C3C8}"/>
              </a:ext>
            </a:extLst>
          </p:cNvPr>
          <p:cNvSpPr/>
          <p:nvPr/>
        </p:nvSpPr>
        <p:spPr>
          <a:xfrm>
            <a:off x="4576409" y="1957739"/>
            <a:ext cx="2833599" cy="856996"/>
          </a:xfrm>
          <a:custGeom>
            <a:avLst/>
            <a:gdLst>
              <a:gd name="csX0" fmla="*/ 0 w 2833599"/>
              <a:gd name="csY0" fmla="*/ 251006 h 856996"/>
              <a:gd name="csX1" fmla="*/ 251006 w 2833599"/>
              <a:gd name="csY1" fmla="*/ 0 h 856996"/>
              <a:gd name="csX2" fmla="*/ 787271 w 2833599"/>
              <a:gd name="csY2" fmla="*/ 0 h 856996"/>
              <a:gd name="csX3" fmla="*/ 1346852 w 2833599"/>
              <a:gd name="csY3" fmla="*/ 0 h 856996"/>
              <a:gd name="csX4" fmla="*/ 1976380 w 2833599"/>
              <a:gd name="csY4" fmla="*/ 0 h 856996"/>
              <a:gd name="csX5" fmla="*/ 2582593 w 2833599"/>
              <a:gd name="csY5" fmla="*/ 0 h 856996"/>
              <a:gd name="csX6" fmla="*/ 2833599 w 2833599"/>
              <a:gd name="csY6" fmla="*/ 251006 h 856996"/>
              <a:gd name="csX7" fmla="*/ 2833599 w 2833599"/>
              <a:gd name="csY7" fmla="*/ 605990 h 856996"/>
              <a:gd name="csX8" fmla="*/ 2582593 w 2833599"/>
              <a:gd name="csY8" fmla="*/ 856996 h 856996"/>
              <a:gd name="csX9" fmla="*/ 1999696 w 2833599"/>
              <a:gd name="csY9" fmla="*/ 856996 h 856996"/>
              <a:gd name="csX10" fmla="*/ 1440115 w 2833599"/>
              <a:gd name="csY10" fmla="*/ 856996 h 856996"/>
              <a:gd name="csX11" fmla="*/ 903850 w 2833599"/>
              <a:gd name="csY11" fmla="*/ 856996 h 856996"/>
              <a:gd name="csX12" fmla="*/ 251006 w 2833599"/>
              <a:gd name="csY12" fmla="*/ 856996 h 856996"/>
              <a:gd name="csX13" fmla="*/ 0 w 2833599"/>
              <a:gd name="csY13" fmla="*/ 605990 h 856996"/>
              <a:gd name="csX14" fmla="*/ 0 w 2833599"/>
              <a:gd name="csY14" fmla="*/ 251006 h 856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2833599" h="856996" fill="none" extrusionOk="0">
                <a:moveTo>
                  <a:pt x="0" y="251006"/>
                </a:moveTo>
                <a:cubicBezTo>
                  <a:pt x="60655" y="184810"/>
                  <a:pt x="144893" y="120783"/>
                  <a:pt x="251006" y="0"/>
                </a:cubicBezTo>
                <a:cubicBezTo>
                  <a:pt x="459478" y="10220"/>
                  <a:pt x="628900" y="8061"/>
                  <a:pt x="787271" y="0"/>
                </a:cubicBezTo>
                <a:cubicBezTo>
                  <a:pt x="945643" y="-8061"/>
                  <a:pt x="1075138" y="24297"/>
                  <a:pt x="1346852" y="0"/>
                </a:cubicBezTo>
                <a:cubicBezTo>
                  <a:pt x="1618566" y="-24297"/>
                  <a:pt x="1704713" y="-6154"/>
                  <a:pt x="1976380" y="0"/>
                </a:cubicBezTo>
                <a:cubicBezTo>
                  <a:pt x="2248047" y="6154"/>
                  <a:pt x="2426913" y="-10446"/>
                  <a:pt x="2582593" y="0"/>
                </a:cubicBezTo>
                <a:cubicBezTo>
                  <a:pt x="2649102" y="51499"/>
                  <a:pt x="2769555" y="184351"/>
                  <a:pt x="2833599" y="251006"/>
                </a:cubicBezTo>
                <a:cubicBezTo>
                  <a:pt x="2844589" y="391170"/>
                  <a:pt x="2833159" y="493827"/>
                  <a:pt x="2833599" y="605990"/>
                </a:cubicBezTo>
                <a:cubicBezTo>
                  <a:pt x="2720870" y="737068"/>
                  <a:pt x="2689680" y="728652"/>
                  <a:pt x="2582593" y="856996"/>
                </a:cubicBezTo>
                <a:cubicBezTo>
                  <a:pt x="2439789" y="875426"/>
                  <a:pt x="2204549" y="828978"/>
                  <a:pt x="1999696" y="856996"/>
                </a:cubicBezTo>
                <a:cubicBezTo>
                  <a:pt x="1794843" y="885014"/>
                  <a:pt x="1686215" y="831782"/>
                  <a:pt x="1440115" y="856996"/>
                </a:cubicBezTo>
                <a:cubicBezTo>
                  <a:pt x="1194015" y="882210"/>
                  <a:pt x="1087535" y="861191"/>
                  <a:pt x="903850" y="856996"/>
                </a:cubicBezTo>
                <a:cubicBezTo>
                  <a:pt x="720165" y="852801"/>
                  <a:pt x="434296" y="884743"/>
                  <a:pt x="251006" y="856996"/>
                </a:cubicBezTo>
                <a:cubicBezTo>
                  <a:pt x="148805" y="760228"/>
                  <a:pt x="66623" y="690843"/>
                  <a:pt x="0" y="605990"/>
                </a:cubicBezTo>
                <a:cubicBezTo>
                  <a:pt x="1121" y="491618"/>
                  <a:pt x="-14420" y="383058"/>
                  <a:pt x="0" y="251006"/>
                </a:cubicBezTo>
                <a:close/>
              </a:path>
              <a:path w="2833599" h="856996" stroke="0" extrusionOk="0">
                <a:moveTo>
                  <a:pt x="0" y="251006"/>
                </a:moveTo>
                <a:cubicBezTo>
                  <a:pt x="65950" y="202043"/>
                  <a:pt x="140042" y="97682"/>
                  <a:pt x="251006" y="0"/>
                </a:cubicBezTo>
                <a:cubicBezTo>
                  <a:pt x="500885" y="-7907"/>
                  <a:pt x="623449" y="4610"/>
                  <a:pt x="810587" y="0"/>
                </a:cubicBezTo>
                <a:cubicBezTo>
                  <a:pt x="997725" y="-4610"/>
                  <a:pt x="1161265" y="24537"/>
                  <a:pt x="1323536" y="0"/>
                </a:cubicBezTo>
                <a:cubicBezTo>
                  <a:pt x="1485807" y="-24537"/>
                  <a:pt x="1639209" y="13447"/>
                  <a:pt x="1953065" y="0"/>
                </a:cubicBezTo>
                <a:cubicBezTo>
                  <a:pt x="2266921" y="-13447"/>
                  <a:pt x="2385794" y="-24570"/>
                  <a:pt x="2582593" y="0"/>
                </a:cubicBezTo>
                <a:cubicBezTo>
                  <a:pt x="2681491" y="117441"/>
                  <a:pt x="2711897" y="124572"/>
                  <a:pt x="2833599" y="251006"/>
                </a:cubicBezTo>
                <a:cubicBezTo>
                  <a:pt x="2820877" y="345523"/>
                  <a:pt x="2841031" y="485539"/>
                  <a:pt x="2833599" y="605990"/>
                </a:cubicBezTo>
                <a:cubicBezTo>
                  <a:pt x="2747516" y="710488"/>
                  <a:pt x="2688421" y="759070"/>
                  <a:pt x="2582593" y="856996"/>
                </a:cubicBezTo>
                <a:cubicBezTo>
                  <a:pt x="2380696" y="884097"/>
                  <a:pt x="2232045" y="840109"/>
                  <a:pt x="1953065" y="856996"/>
                </a:cubicBezTo>
                <a:cubicBezTo>
                  <a:pt x="1674085" y="873883"/>
                  <a:pt x="1553864" y="834849"/>
                  <a:pt x="1323536" y="856996"/>
                </a:cubicBezTo>
                <a:cubicBezTo>
                  <a:pt x="1093208" y="879143"/>
                  <a:pt x="917441" y="872115"/>
                  <a:pt x="787271" y="856996"/>
                </a:cubicBezTo>
                <a:cubicBezTo>
                  <a:pt x="657101" y="841877"/>
                  <a:pt x="410834" y="850388"/>
                  <a:pt x="251006" y="856996"/>
                </a:cubicBezTo>
                <a:cubicBezTo>
                  <a:pt x="145343" y="751480"/>
                  <a:pt x="91426" y="702775"/>
                  <a:pt x="0" y="605990"/>
                </a:cubicBezTo>
                <a:cubicBezTo>
                  <a:pt x="4004" y="446450"/>
                  <a:pt x="-2919" y="415669"/>
                  <a:pt x="0" y="251006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849308789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600" b="1" dirty="0"/>
              <a:t> Monitoramento de Atividades e Indicadores</a:t>
            </a:r>
          </a:p>
        </p:txBody>
      </p:sp>
      <p:sp>
        <p:nvSpPr>
          <p:cNvPr id="73" name="Octógono 72">
            <a:extLst>
              <a:ext uri="{FF2B5EF4-FFF2-40B4-BE49-F238E27FC236}">
                <a16:creationId xmlns:a16="http://schemas.microsoft.com/office/drawing/2014/main" id="{90768005-4277-C398-1F76-2992D493990F}"/>
              </a:ext>
            </a:extLst>
          </p:cNvPr>
          <p:cNvSpPr/>
          <p:nvPr/>
        </p:nvSpPr>
        <p:spPr>
          <a:xfrm>
            <a:off x="7987543" y="1951969"/>
            <a:ext cx="2833599" cy="856996"/>
          </a:xfrm>
          <a:custGeom>
            <a:avLst/>
            <a:gdLst>
              <a:gd name="csX0" fmla="*/ 0 w 2833599"/>
              <a:gd name="csY0" fmla="*/ 251006 h 856996"/>
              <a:gd name="csX1" fmla="*/ 251006 w 2833599"/>
              <a:gd name="csY1" fmla="*/ 0 h 856996"/>
              <a:gd name="csX2" fmla="*/ 880534 w 2833599"/>
              <a:gd name="csY2" fmla="*/ 0 h 856996"/>
              <a:gd name="csX3" fmla="*/ 1510063 w 2833599"/>
              <a:gd name="csY3" fmla="*/ 0 h 856996"/>
              <a:gd name="csX4" fmla="*/ 2582593 w 2833599"/>
              <a:gd name="csY4" fmla="*/ 0 h 856996"/>
              <a:gd name="csX5" fmla="*/ 2833599 w 2833599"/>
              <a:gd name="csY5" fmla="*/ 251006 h 856996"/>
              <a:gd name="csX6" fmla="*/ 2833599 w 2833599"/>
              <a:gd name="csY6" fmla="*/ 605990 h 856996"/>
              <a:gd name="csX7" fmla="*/ 2582593 w 2833599"/>
              <a:gd name="csY7" fmla="*/ 856996 h 856996"/>
              <a:gd name="csX8" fmla="*/ 2046328 w 2833599"/>
              <a:gd name="csY8" fmla="*/ 856996 h 856996"/>
              <a:gd name="csX9" fmla="*/ 1533379 w 2833599"/>
              <a:gd name="csY9" fmla="*/ 856996 h 856996"/>
              <a:gd name="csX10" fmla="*/ 927166 w 2833599"/>
              <a:gd name="csY10" fmla="*/ 856996 h 856996"/>
              <a:gd name="csX11" fmla="*/ 251006 w 2833599"/>
              <a:gd name="csY11" fmla="*/ 856996 h 856996"/>
              <a:gd name="csX12" fmla="*/ 0 w 2833599"/>
              <a:gd name="csY12" fmla="*/ 605990 h 856996"/>
              <a:gd name="csX13" fmla="*/ 0 w 2833599"/>
              <a:gd name="csY13" fmla="*/ 251006 h 85699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2833599" h="856996" fill="none" extrusionOk="0">
                <a:moveTo>
                  <a:pt x="0" y="251006"/>
                </a:moveTo>
                <a:cubicBezTo>
                  <a:pt x="57399" y="192105"/>
                  <a:pt x="198796" y="70158"/>
                  <a:pt x="251006" y="0"/>
                </a:cubicBezTo>
                <a:cubicBezTo>
                  <a:pt x="484312" y="26143"/>
                  <a:pt x="681479" y="-17351"/>
                  <a:pt x="880534" y="0"/>
                </a:cubicBezTo>
                <a:cubicBezTo>
                  <a:pt x="1079589" y="17351"/>
                  <a:pt x="1357821" y="21266"/>
                  <a:pt x="1510063" y="0"/>
                </a:cubicBezTo>
                <a:cubicBezTo>
                  <a:pt x="1662305" y="-21266"/>
                  <a:pt x="2274396" y="27372"/>
                  <a:pt x="2582593" y="0"/>
                </a:cubicBezTo>
                <a:cubicBezTo>
                  <a:pt x="2674587" y="86758"/>
                  <a:pt x="2720110" y="154700"/>
                  <a:pt x="2833599" y="251006"/>
                </a:cubicBezTo>
                <a:cubicBezTo>
                  <a:pt x="2829933" y="328568"/>
                  <a:pt x="2833742" y="518245"/>
                  <a:pt x="2833599" y="605990"/>
                </a:cubicBezTo>
                <a:cubicBezTo>
                  <a:pt x="2719649" y="742725"/>
                  <a:pt x="2698824" y="731281"/>
                  <a:pt x="2582593" y="856996"/>
                </a:cubicBezTo>
                <a:cubicBezTo>
                  <a:pt x="2471752" y="865700"/>
                  <a:pt x="2262809" y="868468"/>
                  <a:pt x="2046328" y="856996"/>
                </a:cubicBezTo>
                <a:cubicBezTo>
                  <a:pt x="1829847" y="845524"/>
                  <a:pt x="1728542" y="850836"/>
                  <a:pt x="1533379" y="856996"/>
                </a:cubicBezTo>
                <a:cubicBezTo>
                  <a:pt x="1338216" y="863156"/>
                  <a:pt x="1149193" y="872940"/>
                  <a:pt x="927166" y="856996"/>
                </a:cubicBezTo>
                <a:cubicBezTo>
                  <a:pt x="705139" y="841052"/>
                  <a:pt x="407354" y="828368"/>
                  <a:pt x="251006" y="856996"/>
                </a:cubicBezTo>
                <a:cubicBezTo>
                  <a:pt x="181257" y="769263"/>
                  <a:pt x="82480" y="678254"/>
                  <a:pt x="0" y="605990"/>
                </a:cubicBezTo>
                <a:cubicBezTo>
                  <a:pt x="-12377" y="533043"/>
                  <a:pt x="6157" y="341962"/>
                  <a:pt x="0" y="251006"/>
                </a:cubicBezTo>
                <a:close/>
              </a:path>
              <a:path w="2833599" h="856996" stroke="0" extrusionOk="0">
                <a:moveTo>
                  <a:pt x="0" y="251006"/>
                </a:moveTo>
                <a:cubicBezTo>
                  <a:pt x="120578" y="144712"/>
                  <a:pt x="149490" y="78081"/>
                  <a:pt x="251006" y="0"/>
                </a:cubicBezTo>
                <a:cubicBezTo>
                  <a:pt x="479436" y="1582"/>
                  <a:pt x="612453" y="8699"/>
                  <a:pt x="810587" y="0"/>
                </a:cubicBezTo>
                <a:cubicBezTo>
                  <a:pt x="1008721" y="-8699"/>
                  <a:pt x="1114456" y="5331"/>
                  <a:pt x="1416800" y="0"/>
                </a:cubicBezTo>
                <a:cubicBezTo>
                  <a:pt x="1719144" y="-5331"/>
                  <a:pt x="1808310" y="-22782"/>
                  <a:pt x="2046328" y="0"/>
                </a:cubicBezTo>
                <a:cubicBezTo>
                  <a:pt x="2284346" y="22782"/>
                  <a:pt x="2420881" y="-26376"/>
                  <a:pt x="2582593" y="0"/>
                </a:cubicBezTo>
                <a:cubicBezTo>
                  <a:pt x="2699500" y="93673"/>
                  <a:pt x="2773166" y="207366"/>
                  <a:pt x="2833599" y="251006"/>
                </a:cubicBezTo>
                <a:cubicBezTo>
                  <a:pt x="2839060" y="370425"/>
                  <a:pt x="2847637" y="431546"/>
                  <a:pt x="2833599" y="605990"/>
                </a:cubicBezTo>
                <a:cubicBezTo>
                  <a:pt x="2754936" y="704874"/>
                  <a:pt x="2642338" y="803721"/>
                  <a:pt x="2582593" y="856996"/>
                </a:cubicBezTo>
                <a:cubicBezTo>
                  <a:pt x="2291529" y="849882"/>
                  <a:pt x="2205214" y="856535"/>
                  <a:pt x="1976380" y="856996"/>
                </a:cubicBezTo>
                <a:cubicBezTo>
                  <a:pt x="1747546" y="857457"/>
                  <a:pt x="1548344" y="851711"/>
                  <a:pt x="1440115" y="856996"/>
                </a:cubicBezTo>
                <a:cubicBezTo>
                  <a:pt x="1331886" y="862281"/>
                  <a:pt x="1157865" y="843037"/>
                  <a:pt x="880534" y="856996"/>
                </a:cubicBezTo>
                <a:cubicBezTo>
                  <a:pt x="603203" y="870955"/>
                  <a:pt x="490199" y="843947"/>
                  <a:pt x="251006" y="856996"/>
                </a:cubicBezTo>
                <a:cubicBezTo>
                  <a:pt x="134534" y="726007"/>
                  <a:pt x="64782" y="656009"/>
                  <a:pt x="0" y="605990"/>
                </a:cubicBezTo>
                <a:cubicBezTo>
                  <a:pt x="14496" y="475305"/>
                  <a:pt x="-16309" y="356963"/>
                  <a:pt x="0" y="251006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648519938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pt-BR" sz="1600" b="1" dirty="0"/>
              <a:t>Comunicação com mercado – Plano de Comunicação</a:t>
            </a:r>
            <a:endParaRPr lang="pt-BR" sz="1600" dirty="0"/>
          </a:p>
        </p:txBody>
      </p:sp>
      <p:sp>
        <p:nvSpPr>
          <p:cNvPr id="5" name="Retângulo 4">
            <a:extLst>
              <a:ext uri="{FF2B5EF4-FFF2-40B4-BE49-F238E27FC236}">
                <a16:creationId xmlns:a16="http://schemas.microsoft.com/office/drawing/2014/main" id="{0C2CE113-7D88-C4BD-EADE-B56C49FD520F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7">
            <a:extLst>
              <a:ext uri="{FF2B5EF4-FFF2-40B4-BE49-F238E27FC236}">
                <a16:creationId xmlns:a16="http://schemas.microsoft.com/office/drawing/2014/main" id="{9E7EC93F-5DF7-9FF8-2FC9-F1F0F81E2396}"/>
              </a:ext>
            </a:extLst>
          </p:cNvPr>
          <p:cNvSpPr txBox="1"/>
          <p:nvPr/>
        </p:nvSpPr>
        <p:spPr>
          <a:xfrm>
            <a:off x="3702815" y="139392"/>
            <a:ext cx="4781033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 dirty="0">
                <a:solidFill>
                  <a:srgbClr val="F5EBDA"/>
                </a:solidFill>
              </a:rPr>
              <a:t>PROJETO </a:t>
            </a:r>
            <a:r>
              <a:rPr lang="pt-BR" sz="2400" b="1" dirty="0">
                <a:solidFill>
                  <a:srgbClr val="F5EBDA"/>
                </a:solidFill>
                <a:latin typeface="Aptos"/>
              </a:rPr>
              <a:t>FRUTIFICAR</a:t>
            </a:r>
            <a:r>
              <a:rPr lang="pt-BR" sz="2400" b="1">
                <a:solidFill>
                  <a:srgbClr val="F5EBDA"/>
                </a:solidFill>
              </a:rPr>
              <a:t> AMAZÔNIA</a:t>
            </a:r>
            <a:endParaRPr lang="pt-BR" sz="2400">
              <a:solidFill>
                <a:srgbClr val="F5EBDA"/>
              </a:solidFill>
            </a:endParaRPr>
          </a:p>
        </p:txBody>
      </p:sp>
      <p:pic>
        <p:nvPicPr>
          <p:cNvPr id="14" name="Imagem 13" descr="Texto&#10;&#10;O conteúdo gerado por IA pode estar incorreto.">
            <a:extLst>
              <a:ext uri="{FF2B5EF4-FFF2-40B4-BE49-F238E27FC236}">
                <a16:creationId xmlns:a16="http://schemas.microsoft.com/office/drawing/2014/main" id="{B019825E-C86C-7E2B-51FE-46A0F6A9DDF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  <p:pic>
        <p:nvPicPr>
          <p:cNvPr id="16" name="Imagem 15" descr="Logotipo&#10;&#10;O conteúdo gerado por IA pode estar incorreto.">
            <a:extLst>
              <a:ext uri="{FF2B5EF4-FFF2-40B4-BE49-F238E27FC236}">
                <a16:creationId xmlns:a16="http://schemas.microsoft.com/office/drawing/2014/main" id="{98D1A755-B092-10C3-E372-DAFA987ED29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0902486" y="808947"/>
            <a:ext cx="1052927" cy="1042490"/>
          </a:xfrm>
          <a:prstGeom prst="rect">
            <a:avLst/>
          </a:prstGeom>
          <a:noFill/>
          <a:ln>
            <a:noFill/>
          </a:ln>
        </p:spPr>
      </p:pic>
      <p:sp>
        <p:nvSpPr>
          <p:cNvPr id="18" name="CaixaDeTexto 17">
            <a:extLst>
              <a:ext uri="{FF2B5EF4-FFF2-40B4-BE49-F238E27FC236}">
                <a16:creationId xmlns:a16="http://schemas.microsoft.com/office/drawing/2014/main" id="{48ED8F65-7E34-6FC8-4D6E-67623866FDEB}"/>
              </a:ext>
            </a:extLst>
          </p:cNvPr>
          <p:cNvSpPr txBox="1"/>
          <p:nvPr/>
        </p:nvSpPr>
        <p:spPr>
          <a:xfrm>
            <a:off x="137682" y="905992"/>
            <a:ext cx="1205781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pt-BR" sz="1800" b="1" u="sng" dirty="0"/>
              <a:t>COMPONENTES</a:t>
            </a:r>
            <a:r>
              <a:rPr lang="pt-BR" b="1" u="sng" dirty="0"/>
              <a:t>. PRODUTOS E ATIVIDADES</a:t>
            </a:r>
            <a:r>
              <a:rPr lang="pt-BR" sz="1800" b="1" u="sng" dirty="0"/>
              <a:t> DAS AGLUTINADAS</a:t>
            </a:r>
          </a:p>
        </p:txBody>
      </p:sp>
      <p:sp>
        <p:nvSpPr>
          <p:cNvPr id="20" name="Octógono 19">
            <a:extLst>
              <a:ext uri="{FF2B5EF4-FFF2-40B4-BE49-F238E27FC236}">
                <a16:creationId xmlns:a16="http://schemas.microsoft.com/office/drawing/2014/main" id="{5957D849-E5FD-B851-E924-E0D96237DB66}"/>
              </a:ext>
            </a:extLst>
          </p:cNvPr>
          <p:cNvSpPr/>
          <p:nvPr/>
        </p:nvSpPr>
        <p:spPr>
          <a:xfrm>
            <a:off x="1878844" y="1381667"/>
            <a:ext cx="8389179" cy="369332"/>
          </a:xfrm>
          <a:custGeom>
            <a:avLst/>
            <a:gdLst>
              <a:gd name="csX0" fmla="*/ 0 w 8389179"/>
              <a:gd name="csY0" fmla="*/ 108174 h 369332"/>
              <a:gd name="csX1" fmla="*/ 108174 w 8389179"/>
              <a:gd name="csY1" fmla="*/ 0 h 369332"/>
              <a:gd name="csX2" fmla="*/ 544058 w 8389179"/>
              <a:gd name="csY2" fmla="*/ 0 h 369332"/>
              <a:gd name="csX3" fmla="*/ 1306856 w 8389179"/>
              <a:gd name="csY3" fmla="*/ 0 h 369332"/>
              <a:gd name="csX4" fmla="*/ 1742740 w 8389179"/>
              <a:gd name="csY4" fmla="*/ 0 h 369332"/>
              <a:gd name="csX5" fmla="*/ 2178625 w 8389179"/>
              <a:gd name="csY5" fmla="*/ 0 h 369332"/>
              <a:gd name="csX6" fmla="*/ 2941422 w 8389179"/>
              <a:gd name="csY6" fmla="*/ 0 h 369332"/>
              <a:gd name="csX7" fmla="*/ 3459035 w 8389179"/>
              <a:gd name="csY7" fmla="*/ 0 h 369332"/>
              <a:gd name="csX8" fmla="*/ 4303561 w 8389179"/>
              <a:gd name="csY8" fmla="*/ 0 h 369332"/>
              <a:gd name="csX9" fmla="*/ 4984630 w 8389179"/>
              <a:gd name="csY9" fmla="*/ 0 h 369332"/>
              <a:gd name="csX10" fmla="*/ 5665699 w 8389179"/>
              <a:gd name="csY10" fmla="*/ 0 h 369332"/>
              <a:gd name="csX11" fmla="*/ 6428497 w 8389179"/>
              <a:gd name="csY11" fmla="*/ 0 h 369332"/>
              <a:gd name="csX12" fmla="*/ 7191294 w 8389179"/>
              <a:gd name="csY12" fmla="*/ 0 h 369332"/>
              <a:gd name="csX13" fmla="*/ 7627179 w 8389179"/>
              <a:gd name="csY13" fmla="*/ 0 h 369332"/>
              <a:gd name="csX14" fmla="*/ 8281005 w 8389179"/>
              <a:gd name="csY14" fmla="*/ 0 h 369332"/>
              <a:gd name="csX15" fmla="*/ 8389179 w 8389179"/>
              <a:gd name="csY15" fmla="*/ 108174 h 369332"/>
              <a:gd name="csX16" fmla="*/ 8389179 w 8389179"/>
              <a:gd name="csY16" fmla="*/ 261158 h 369332"/>
              <a:gd name="csX17" fmla="*/ 8281005 w 8389179"/>
              <a:gd name="csY17" fmla="*/ 369332 h 369332"/>
              <a:gd name="csX18" fmla="*/ 7518207 w 8389179"/>
              <a:gd name="csY18" fmla="*/ 369332 h 369332"/>
              <a:gd name="csX19" fmla="*/ 7000595 w 8389179"/>
              <a:gd name="csY19" fmla="*/ 369332 h 369332"/>
              <a:gd name="csX20" fmla="*/ 6482982 w 8389179"/>
              <a:gd name="csY20" fmla="*/ 369332 h 369332"/>
              <a:gd name="csX21" fmla="*/ 5801913 w 8389179"/>
              <a:gd name="csY21" fmla="*/ 369332 h 369332"/>
              <a:gd name="csX22" fmla="*/ 5366029 w 8389179"/>
              <a:gd name="csY22" fmla="*/ 369332 h 369332"/>
              <a:gd name="csX23" fmla="*/ 4766688 w 8389179"/>
              <a:gd name="csY23" fmla="*/ 369332 h 369332"/>
              <a:gd name="csX24" fmla="*/ 4167347 w 8389179"/>
              <a:gd name="csY24" fmla="*/ 369332 h 369332"/>
              <a:gd name="csX25" fmla="*/ 3649734 w 8389179"/>
              <a:gd name="csY25" fmla="*/ 369332 h 369332"/>
              <a:gd name="csX26" fmla="*/ 2886937 w 8389179"/>
              <a:gd name="csY26" fmla="*/ 369332 h 369332"/>
              <a:gd name="csX27" fmla="*/ 2205867 w 8389179"/>
              <a:gd name="csY27" fmla="*/ 369332 h 369332"/>
              <a:gd name="csX28" fmla="*/ 1443070 w 8389179"/>
              <a:gd name="csY28" fmla="*/ 369332 h 369332"/>
              <a:gd name="csX29" fmla="*/ 843729 w 8389179"/>
              <a:gd name="csY29" fmla="*/ 369332 h 369332"/>
              <a:gd name="csX30" fmla="*/ 108174 w 8389179"/>
              <a:gd name="csY30" fmla="*/ 369332 h 369332"/>
              <a:gd name="csX31" fmla="*/ 0 w 8389179"/>
              <a:gd name="csY31" fmla="*/ 261158 h 369332"/>
              <a:gd name="csX32" fmla="*/ 0 w 8389179"/>
              <a:gd name="csY32" fmla="*/ 108174 h 3693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</a:cxnLst>
            <a:rect l="l" t="t" r="r" b="b"/>
            <a:pathLst>
              <a:path w="8389179" h="369332" fill="none" extrusionOk="0">
                <a:moveTo>
                  <a:pt x="0" y="108174"/>
                </a:moveTo>
                <a:cubicBezTo>
                  <a:pt x="28692" y="71331"/>
                  <a:pt x="71482" y="34769"/>
                  <a:pt x="108174" y="0"/>
                </a:cubicBezTo>
                <a:cubicBezTo>
                  <a:pt x="263747" y="1029"/>
                  <a:pt x="435545" y="15736"/>
                  <a:pt x="544058" y="0"/>
                </a:cubicBezTo>
                <a:cubicBezTo>
                  <a:pt x="652571" y="-15736"/>
                  <a:pt x="1146692" y="-16587"/>
                  <a:pt x="1306856" y="0"/>
                </a:cubicBezTo>
                <a:cubicBezTo>
                  <a:pt x="1467020" y="16587"/>
                  <a:pt x="1631603" y="-11599"/>
                  <a:pt x="1742740" y="0"/>
                </a:cubicBezTo>
                <a:cubicBezTo>
                  <a:pt x="1853877" y="11599"/>
                  <a:pt x="2017160" y="19892"/>
                  <a:pt x="2178625" y="0"/>
                </a:cubicBezTo>
                <a:cubicBezTo>
                  <a:pt x="2340090" y="-19892"/>
                  <a:pt x="2772015" y="10425"/>
                  <a:pt x="2941422" y="0"/>
                </a:cubicBezTo>
                <a:cubicBezTo>
                  <a:pt x="3110829" y="-10425"/>
                  <a:pt x="3247570" y="-1982"/>
                  <a:pt x="3459035" y="0"/>
                </a:cubicBezTo>
                <a:cubicBezTo>
                  <a:pt x="3670500" y="1982"/>
                  <a:pt x="4041587" y="-32172"/>
                  <a:pt x="4303561" y="0"/>
                </a:cubicBezTo>
                <a:cubicBezTo>
                  <a:pt x="4565535" y="32172"/>
                  <a:pt x="4840220" y="-6711"/>
                  <a:pt x="4984630" y="0"/>
                </a:cubicBezTo>
                <a:cubicBezTo>
                  <a:pt x="5129040" y="6711"/>
                  <a:pt x="5447288" y="12856"/>
                  <a:pt x="5665699" y="0"/>
                </a:cubicBezTo>
                <a:cubicBezTo>
                  <a:pt x="5884110" y="-12856"/>
                  <a:pt x="6142621" y="9434"/>
                  <a:pt x="6428497" y="0"/>
                </a:cubicBezTo>
                <a:cubicBezTo>
                  <a:pt x="6714373" y="-9434"/>
                  <a:pt x="6969637" y="-24102"/>
                  <a:pt x="7191294" y="0"/>
                </a:cubicBezTo>
                <a:cubicBezTo>
                  <a:pt x="7412951" y="24102"/>
                  <a:pt x="7468169" y="-18171"/>
                  <a:pt x="7627179" y="0"/>
                </a:cubicBezTo>
                <a:cubicBezTo>
                  <a:pt x="7786190" y="18171"/>
                  <a:pt x="8089341" y="6196"/>
                  <a:pt x="8281005" y="0"/>
                </a:cubicBezTo>
                <a:cubicBezTo>
                  <a:pt x="8316990" y="34308"/>
                  <a:pt x="8363529" y="89121"/>
                  <a:pt x="8389179" y="108174"/>
                </a:cubicBezTo>
                <a:cubicBezTo>
                  <a:pt x="8393420" y="149595"/>
                  <a:pt x="8388548" y="195095"/>
                  <a:pt x="8389179" y="261158"/>
                </a:cubicBezTo>
                <a:cubicBezTo>
                  <a:pt x="8361658" y="298865"/>
                  <a:pt x="8309888" y="340997"/>
                  <a:pt x="8281005" y="369332"/>
                </a:cubicBezTo>
                <a:cubicBezTo>
                  <a:pt x="8095394" y="398101"/>
                  <a:pt x="7733951" y="353613"/>
                  <a:pt x="7518207" y="369332"/>
                </a:cubicBezTo>
                <a:cubicBezTo>
                  <a:pt x="7302463" y="385051"/>
                  <a:pt x="7176307" y="344343"/>
                  <a:pt x="7000595" y="369332"/>
                </a:cubicBezTo>
                <a:cubicBezTo>
                  <a:pt x="6824883" y="394321"/>
                  <a:pt x="6724409" y="370539"/>
                  <a:pt x="6482982" y="369332"/>
                </a:cubicBezTo>
                <a:cubicBezTo>
                  <a:pt x="6241555" y="368125"/>
                  <a:pt x="6104097" y="346093"/>
                  <a:pt x="5801913" y="369332"/>
                </a:cubicBezTo>
                <a:cubicBezTo>
                  <a:pt x="5499729" y="392571"/>
                  <a:pt x="5562841" y="378230"/>
                  <a:pt x="5366029" y="369332"/>
                </a:cubicBezTo>
                <a:cubicBezTo>
                  <a:pt x="5169217" y="360434"/>
                  <a:pt x="5031431" y="396871"/>
                  <a:pt x="4766688" y="369332"/>
                </a:cubicBezTo>
                <a:cubicBezTo>
                  <a:pt x="4501945" y="341793"/>
                  <a:pt x="4465663" y="385365"/>
                  <a:pt x="4167347" y="369332"/>
                </a:cubicBezTo>
                <a:cubicBezTo>
                  <a:pt x="3869031" y="353299"/>
                  <a:pt x="3843824" y="358543"/>
                  <a:pt x="3649734" y="369332"/>
                </a:cubicBezTo>
                <a:cubicBezTo>
                  <a:pt x="3455644" y="380121"/>
                  <a:pt x="3063316" y="383227"/>
                  <a:pt x="2886937" y="369332"/>
                </a:cubicBezTo>
                <a:cubicBezTo>
                  <a:pt x="2710558" y="355437"/>
                  <a:pt x="2544281" y="362918"/>
                  <a:pt x="2205867" y="369332"/>
                </a:cubicBezTo>
                <a:cubicBezTo>
                  <a:pt x="1867453" y="375747"/>
                  <a:pt x="1788726" y="383455"/>
                  <a:pt x="1443070" y="369332"/>
                </a:cubicBezTo>
                <a:cubicBezTo>
                  <a:pt x="1097414" y="355209"/>
                  <a:pt x="980938" y="396174"/>
                  <a:pt x="843729" y="369332"/>
                </a:cubicBezTo>
                <a:cubicBezTo>
                  <a:pt x="706520" y="342490"/>
                  <a:pt x="335454" y="364700"/>
                  <a:pt x="108174" y="369332"/>
                </a:cubicBezTo>
                <a:cubicBezTo>
                  <a:pt x="62663" y="334396"/>
                  <a:pt x="45145" y="299484"/>
                  <a:pt x="0" y="261158"/>
                </a:cubicBezTo>
                <a:cubicBezTo>
                  <a:pt x="-4617" y="225192"/>
                  <a:pt x="1423" y="180853"/>
                  <a:pt x="0" y="108174"/>
                </a:cubicBezTo>
                <a:close/>
              </a:path>
              <a:path w="8389179" h="369332" stroke="0" extrusionOk="0">
                <a:moveTo>
                  <a:pt x="0" y="108174"/>
                </a:moveTo>
                <a:cubicBezTo>
                  <a:pt x="45381" y="53661"/>
                  <a:pt x="61070" y="50613"/>
                  <a:pt x="108174" y="0"/>
                </a:cubicBezTo>
                <a:cubicBezTo>
                  <a:pt x="252984" y="19470"/>
                  <a:pt x="331530" y="14220"/>
                  <a:pt x="544058" y="0"/>
                </a:cubicBezTo>
                <a:cubicBezTo>
                  <a:pt x="756586" y="-14220"/>
                  <a:pt x="1073206" y="4788"/>
                  <a:pt x="1225128" y="0"/>
                </a:cubicBezTo>
                <a:cubicBezTo>
                  <a:pt x="1377050" y="-4788"/>
                  <a:pt x="1665076" y="-4955"/>
                  <a:pt x="1906197" y="0"/>
                </a:cubicBezTo>
                <a:cubicBezTo>
                  <a:pt x="2147318" y="4955"/>
                  <a:pt x="2354683" y="-22965"/>
                  <a:pt x="2505538" y="0"/>
                </a:cubicBezTo>
                <a:cubicBezTo>
                  <a:pt x="2656393" y="22965"/>
                  <a:pt x="2979871" y="-28395"/>
                  <a:pt x="3104879" y="0"/>
                </a:cubicBezTo>
                <a:cubicBezTo>
                  <a:pt x="3229887" y="28395"/>
                  <a:pt x="3641443" y="-13433"/>
                  <a:pt x="3785948" y="0"/>
                </a:cubicBezTo>
                <a:cubicBezTo>
                  <a:pt x="3930453" y="13433"/>
                  <a:pt x="4315407" y="25098"/>
                  <a:pt x="4548746" y="0"/>
                </a:cubicBezTo>
                <a:cubicBezTo>
                  <a:pt x="4782085" y="-25098"/>
                  <a:pt x="4807865" y="-17450"/>
                  <a:pt x="4984630" y="0"/>
                </a:cubicBezTo>
                <a:cubicBezTo>
                  <a:pt x="5161395" y="17450"/>
                  <a:pt x="5378471" y="-20299"/>
                  <a:pt x="5583971" y="0"/>
                </a:cubicBezTo>
                <a:cubicBezTo>
                  <a:pt x="5789471" y="20299"/>
                  <a:pt x="5985918" y="-18305"/>
                  <a:pt x="6101583" y="0"/>
                </a:cubicBezTo>
                <a:cubicBezTo>
                  <a:pt x="6217248" y="18305"/>
                  <a:pt x="6483422" y="12467"/>
                  <a:pt x="6782653" y="0"/>
                </a:cubicBezTo>
                <a:cubicBezTo>
                  <a:pt x="7081884" y="-12467"/>
                  <a:pt x="7161508" y="-2365"/>
                  <a:pt x="7463722" y="0"/>
                </a:cubicBezTo>
                <a:cubicBezTo>
                  <a:pt x="7765936" y="2365"/>
                  <a:pt x="8014781" y="-11019"/>
                  <a:pt x="8281005" y="0"/>
                </a:cubicBezTo>
                <a:cubicBezTo>
                  <a:pt x="8313166" y="23582"/>
                  <a:pt x="8341221" y="55946"/>
                  <a:pt x="8389179" y="108174"/>
                </a:cubicBezTo>
                <a:cubicBezTo>
                  <a:pt x="8386730" y="180519"/>
                  <a:pt x="8390644" y="209812"/>
                  <a:pt x="8389179" y="261158"/>
                </a:cubicBezTo>
                <a:cubicBezTo>
                  <a:pt x="8338019" y="309993"/>
                  <a:pt x="8325954" y="315326"/>
                  <a:pt x="8281005" y="369332"/>
                </a:cubicBezTo>
                <a:cubicBezTo>
                  <a:pt x="7900961" y="371076"/>
                  <a:pt x="7681388" y="362514"/>
                  <a:pt x="7436479" y="369332"/>
                </a:cubicBezTo>
                <a:cubicBezTo>
                  <a:pt x="7191570" y="376150"/>
                  <a:pt x="7100208" y="358831"/>
                  <a:pt x="6837138" y="369332"/>
                </a:cubicBezTo>
                <a:cubicBezTo>
                  <a:pt x="6574068" y="379833"/>
                  <a:pt x="6434591" y="404849"/>
                  <a:pt x="6074341" y="369332"/>
                </a:cubicBezTo>
                <a:cubicBezTo>
                  <a:pt x="5714091" y="333815"/>
                  <a:pt x="5490908" y="411518"/>
                  <a:pt x="5229815" y="369332"/>
                </a:cubicBezTo>
                <a:cubicBezTo>
                  <a:pt x="4968722" y="327146"/>
                  <a:pt x="4978237" y="373692"/>
                  <a:pt x="4793930" y="369332"/>
                </a:cubicBezTo>
                <a:cubicBezTo>
                  <a:pt x="4609623" y="364972"/>
                  <a:pt x="4314840" y="378105"/>
                  <a:pt x="4194590" y="369332"/>
                </a:cubicBezTo>
                <a:cubicBezTo>
                  <a:pt x="4074340" y="360559"/>
                  <a:pt x="3730980" y="377316"/>
                  <a:pt x="3595249" y="369332"/>
                </a:cubicBezTo>
                <a:cubicBezTo>
                  <a:pt x="3459518" y="361348"/>
                  <a:pt x="3260120" y="377930"/>
                  <a:pt x="3159364" y="369332"/>
                </a:cubicBezTo>
                <a:cubicBezTo>
                  <a:pt x="3058609" y="360734"/>
                  <a:pt x="2750813" y="341400"/>
                  <a:pt x="2478295" y="369332"/>
                </a:cubicBezTo>
                <a:cubicBezTo>
                  <a:pt x="2205777" y="397264"/>
                  <a:pt x="2135316" y="381103"/>
                  <a:pt x="2042411" y="369332"/>
                </a:cubicBezTo>
                <a:cubicBezTo>
                  <a:pt x="1949506" y="357561"/>
                  <a:pt x="1652318" y="349044"/>
                  <a:pt x="1524798" y="369332"/>
                </a:cubicBezTo>
                <a:cubicBezTo>
                  <a:pt x="1397278" y="389620"/>
                  <a:pt x="1170939" y="382098"/>
                  <a:pt x="1007185" y="369332"/>
                </a:cubicBezTo>
                <a:cubicBezTo>
                  <a:pt x="843431" y="356566"/>
                  <a:pt x="510834" y="409504"/>
                  <a:pt x="108174" y="369332"/>
                </a:cubicBezTo>
                <a:cubicBezTo>
                  <a:pt x="54991" y="321649"/>
                  <a:pt x="45308" y="317043"/>
                  <a:pt x="0" y="261158"/>
                </a:cubicBezTo>
                <a:cubicBezTo>
                  <a:pt x="-6384" y="211355"/>
                  <a:pt x="-303" y="168224"/>
                  <a:pt x="0" y="108174"/>
                </a:cubicBezTo>
                <a:close/>
              </a:path>
            </a:pathLst>
          </a:custGeom>
          <a:solidFill>
            <a:srgbClr val="004D2D"/>
          </a:solidFill>
          <a:ln w="57150">
            <a:solidFill>
              <a:srgbClr val="004D2D"/>
            </a:solidFill>
            <a:extLst>
              <a:ext uri="{C807C97D-BFC1-408E-A445-0C87EB9F89A2}">
                <ask:lineSketchStyleProps xmlns:ask="http://schemas.microsoft.com/office/drawing/2018/sketchyshapes" sd="4189734522">
                  <a:prstGeom prst="octagon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/>
              <a:t>Associação da Escola Família Agroextrativista do Carvão - </a:t>
            </a:r>
            <a:r>
              <a:rPr lang="pt-BR" b="1" dirty="0" err="1"/>
              <a:t>AEFAC</a:t>
            </a:r>
            <a:endParaRPr lang="pt-BR" dirty="0"/>
          </a:p>
        </p:txBody>
      </p:sp>
      <p:sp>
        <p:nvSpPr>
          <p:cNvPr id="22" name="Retângulo 21">
            <a:extLst>
              <a:ext uri="{FF2B5EF4-FFF2-40B4-BE49-F238E27FC236}">
                <a16:creationId xmlns:a16="http://schemas.microsoft.com/office/drawing/2014/main" id="{61C09C9B-C474-FEF1-BA8D-C796897BAB82}"/>
              </a:ext>
            </a:extLst>
          </p:cNvPr>
          <p:cNvSpPr/>
          <p:nvPr/>
        </p:nvSpPr>
        <p:spPr>
          <a:xfrm>
            <a:off x="1211846" y="3024946"/>
            <a:ext cx="2834811" cy="3631364"/>
          </a:xfrm>
          <a:custGeom>
            <a:avLst/>
            <a:gdLst>
              <a:gd name="csX0" fmla="*/ 0 w 2834811"/>
              <a:gd name="csY0" fmla="*/ 0 h 3631364"/>
              <a:gd name="csX1" fmla="*/ 481918 w 2834811"/>
              <a:gd name="csY1" fmla="*/ 0 h 3631364"/>
              <a:gd name="csX2" fmla="*/ 1105576 w 2834811"/>
              <a:gd name="csY2" fmla="*/ 0 h 3631364"/>
              <a:gd name="csX3" fmla="*/ 1729235 w 2834811"/>
              <a:gd name="csY3" fmla="*/ 0 h 3631364"/>
              <a:gd name="csX4" fmla="*/ 2267849 w 2834811"/>
              <a:gd name="csY4" fmla="*/ 0 h 3631364"/>
              <a:gd name="csX5" fmla="*/ 2834811 w 2834811"/>
              <a:gd name="csY5" fmla="*/ 0 h 3631364"/>
              <a:gd name="csX6" fmla="*/ 2834811 w 2834811"/>
              <a:gd name="csY6" fmla="*/ 677855 h 3631364"/>
              <a:gd name="csX7" fmla="*/ 2834811 w 2834811"/>
              <a:gd name="csY7" fmla="*/ 1174141 h 3631364"/>
              <a:gd name="csX8" fmla="*/ 2834811 w 2834811"/>
              <a:gd name="csY8" fmla="*/ 1779368 h 3631364"/>
              <a:gd name="csX9" fmla="*/ 2834811 w 2834811"/>
              <a:gd name="csY9" fmla="*/ 2384596 h 3631364"/>
              <a:gd name="csX10" fmla="*/ 2834811 w 2834811"/>
              <a:gd name="csY10" fmla="*/ 2917196 h 3631364"/>
              <a:gd name="csX11" fmla="*/ 2834811 w 2834811"/>
              <a:gd name="csY11" fmla="*/ 3631364 h 3631364"/>
              <a:gd name="csX12" fmla="*/ 2211153 w 2834811"/>
              <a:gd name="csY12" fmla="*/ 3631364 h 3631364"/>
              <a:gd name="csX13" fmla="*/ 1587494 w 2834811"/>
              <a:gd name="csY13" fmla="*/ 3631364 h 3631364"/>
              <a:gd name="csX14" fmla="*/ 1048880 w 2834811"/>
              <a:gd name="csY14" fmla="*/ 3631364 h 3631364"/>
              <a:gd name="csX15" fmla="*/ 0 w 2834811"/>
              <a:gd name="csY15" fmla="*/ 3631364 h 3631364"/>
              <a:gd name="csX16" fmla="*/ 0 w 2834811"/>
              <a:gd name="csY16" fmla="*/ 3135078 h 3631364"/>
              <a:gd name="csX17" fmla="*/ 0 w 2834811"/>
              <a:gd name="csY17" fmla="*/ 2566164 h 3631364"/>
              <a:gd name="csX18" fmla="*/ 0 w 2834811"/>
              <a:gd name="csY18" fmla="*/ 2069877 h 3631364"/>
              <a:gd name="csX19" fmla="*/ 0 w 2834811"/>
              <a:gd name="csY19" fmla="*/ 1573591 h 3631364"/>
              <a:gd name="csX20" fmla="*/ 0 w 2834811"/>
              <a:gd name="csY20" fmla="*/ 932050 h 3631364"/>
              <a:gd name="csX21" fmla="*/ 0 w 2834811"/>
              <a:gd name="csY21" fmla="*/ 0 h 3631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34811" h="3631364" fill="none" extrusionOk="0">
                <a:moveTo>
                  <a:pt x="0" y="0"/>
                </a:moveTo>
                <a:cubicBezTo>
                  <a:pt x="198246" y="-19606"/>
                  <a:pt x="361916" y="9625"/>
                  <a:pt x="481918" y="0"/>
                </a:cubicBezTo>
                <a:cubicBezTo>
                  <a:pt x="601920" y="-9625"/>
                  <a:pt x="794195" y="-28480"/>
                  <a:pt x="1105576" y="0"/>
                </a:cubicBezTo>
                <a:cubicBezTo>
                  <a:pt x="1416957" y="28480"/>
                  <a:pt x="1546520" y="23442"/>
                  <a:pt x="1729235" y="0"/>
                </a:cubicBezTo>
                <a:cubicBezTo>
                  <a:pt x="1911950" y="-23442"/>
                  <a:pt x="2007191" y="-12458"/>
                  <a:pt x="2267849" y="0"/>
                </a:cubicBezTo>
                <a:cubicBezTo>
                  <a:pt x="2528507" y="12458"/>
                  <a:pt x="2624306" y="-12697"/>
                  <a:pt x="2834811" y="0"/>
                </a:cubicBezTo>
                <a:cubicBezTo>
                  <a:pt x="2867630" y="253413"/>
                  <a:pt x="2807928" y="339146"/>
                  <a:pt x="2834811" y="677855"/>
                </a:cubicBezTo>
                <a:cubicBezTo>
                  <a:pt x="2861694" y="1016564"/>
                  <a:pt x="2823212" y="1063855"/>
                  <a:pt x="2834811" y="1174141"/>
                </a:cubicBezTo>
                <a:cubicBezTo>
                  <a:pt x="2846410" y="1284427"/>
                  <a:pt x="2854862" y="1547385"/>
                  <a:pt x="2834811" y="1779368"/>
                </a:cubicBezTo>
                <a:cubicBezTo>
                  <a:pt x="2814760" y="2011351"/>
                  <a:pt x="2807819" y="2183733"/>
                  <a:pt x="2834811" y="2384596"/>
                </a:cubicBezTo>
                <a:cubicBezTo>
                  <a:pt x="2861803" y="2585459"/>
                  <a:pt x="2809519" y="2792396"/>
                  <a:pt x="2834811" y="2917196"/>
                </a:cubicBezTo>
                <a:cubicBezTo>
                  <a:pt x="2860103" y="3041996"/>
                  <a:pt x="2803348" y="3402151"/>
                  <a:pt x="2834811" y="3631364"/>
                </a:cubicBezTo>
                <a:cubicBezTo>
                  <a:pt x="2668551" y="3640068"/>
                  <a:pt x="2493687" y="3657768"/>
                  <a:pt x="2211153" y="3631364"/>
                </a:cubicBezTo>
                <a:cubicBezTo>
                  <a:pt x="1928619" y="3604960"/>
                  <a:pt x="1717629" y="3650663"/>
                  <a:pt x="1587494" y="3631364"/>
                </a:cubicBezTo>
                <a:cubicBezTo>
                  <a:pt x="1457359" y="3612065"/>
                  <a:pt x="1275107" y="3644259"/>
                  <a:pt x="1048880" y="3631364"/>
                </a:cubicBezTo>
                <a:cubicBezTo>
                  <a:pt x="822653" y="3618469"/>
                  <a:pt x="358875" y="3593932"/>
                  <a:pt x="0" y="3631364"/>
                </a:cubicBezTo>
                <a:cubicBezTo>
                  <a:pt x="20712" y="3515697"/>
                  <a:pt x="-3836" y="3369233"/>
                  <a:pt x="0" y="3135078"/>
                </a:cubicBezTo>
                <a:cubicBezTo>
                  <a:pt x="3836" y="2900923"/>
                  <a:pt x="6405" y="2788846"/>
                  <a:pt x="0" y="2566164"/>
                </a:cubicBezTo>
                <a:cubicBezTo>
                  <a:pt x="-6405" y="2343482"/>
                  <a:pt x="22824" y="2242653"/>
                  <a:pt x="0" y="2069877"/>
                </a:cubicBezTo>
                <a:cubicBezTo>
                  <a:pt x="-22824" y="1897101"/>
                  <a:pt x="23443" y="1713483"/>
                  <a:pt x="0" y="1573591"/>
                </a:cubicBezTo>
                <a:cubicBezTo>
                  <a:pt x="-23443" y="1433699"/>
                  <a:pt x="22822" y="1154498"/>
                  <a:pt x="0" y="932050"/>
                </a:cubicBezTo>
                <a:cubicBezTo>
                  <a:pt x="-22822" y="709602"/>
                  <a:pt x="5595" y="337275"/>
                  <a:pt x="0" y="0"/>
                </a:cubicBezTo>
                <a:close/>
              </a:path>
              <a:path w="2834811" h="3631364" stroke="0" extrusionOk="0">
                <a:moveTo>
                  <a:pt x="0" y="0"/>
                </a:moveTo>
                <a:cubicBezTo>
                  <a:pt x="186446" y="15679"/>
                  <a:pt x="371220" y="21720"/>
                  <a:pt x="510266" y="0"/>
                </a:cubicBezTo>
                <a:cubicBezTo>
                  <a:pt x="649312" y="-21720"/>
                  <a:pt x="859737" y="-17625"/>
                  <a:pt x="1077228" y="0"/>
                </a:cubicBezTo>
                <a:cubicBezTo>
                  <a:pt x="1294719" y="17625"/>
                  <a:pt x="1444447" y="6801"/>
                  <a:pt x="1587494" y="0"/>
                </a:cubicBezTo>
                <a:cubicBezTo>
                  <a:pt x="1730541" y="-6801"/>
                  <a:pt x="1905684" y="10681"/>
                  <a:pt x="2097760" y="0"/>
                </a:cubicBezTo>
                <a:cubicBezTo>
                  <a:pt x="2289836" y="-10681"/>
                  <a:pt x="2506291" y="28906"/>
                  <a:pt x="2834811" y="0"/>
                </a:cubicBezTo>
                <a:cubicBezTo>
                  <a:pt x="2850226" y="134181"/>
                  <a:pt x="2855397" y="418173"/>
                  <a:pt x="2834811" y="605227"/>
                </a:cubicBezTo>
                <a:cubicBezTo>
                  <a:pt x="2814225" y="792281"/>
                  <a:pt x="2821685" y="1087429"/>
                  <a:pt x="2834811" y="1283082"/>
                </a:cubicBezTo>
                <a:cubicBezTo>
                  <a:pt x="2847937" y="1478736"/>
                  <a:pt x="2839834" y="1751217"/>
                  <a:pt x="2834811" y="1960937"/>
                </a:cubicBezTo>
                <a:cubicBezTo>
                  <a:pt x="2829788" y="2170658"/>
                  <a:pt x="2827206" y="2327666"/>
                  <a:pt x="2834811" y="2529850"/>
                </a:cubicBezTo>
                <a:cubicBezTo>
                  <a:pt x="2842416" y="2732034"/>
                  <a:pt x="2858869" y="2873782"/>
                  <a:pt x="2834811" y="3026137"/>
                </a:cubicBezTo>
                <a:cubicBezTo>
                  <a:pt x="2810753" y="3178492"/>
                  <a:pt x="2805030" y="3423633"/>
                  <a:pt x="2834811" y="3631364"/>
                </a:cubicBezTo>
                <a:cubicBezTo>
                  <a:pt x="2566899" y="3610236"/>
                  <a:pt x="2414960" y="3629510"/>
                  <a:pt x="2296197" y="3631364"/>
                </a:cubicBezTo>
                <a:cubicBezTo>
                  <a:pt x="2177434" y="3633218"/>
                  <a:pt x="1947331" y="3640259"/>
                  <a:pt x="1672538" y="3631364"/>
                </a:cubicBezTo>
                <a:cubicBezTo>
                  <a:pt x="1397745" y="3622469"/>
                  <a:pt x="1290198" y="3651524"/>
                  <a:pt x="1048880" y="3631364"/>
                </a:cubicBezTo>
                <a:cubicBezTo>
                  <a:pt x="807562" y="3611204"/>
                  <a:pt x="693190" y="3647841"/>
                  <a:pt x="566962" y="3631364"/>
                </a:cubicBezTo>
                <a:cubicBezTo>
                  <a:pt x="440734" y="3614887"/>
                  <a:pt x="252643" y="3633745"/>
                  <a:pt x="0" y="3631364"/>
                </a:cubicBezTo>
                <a:cubicBezTo>
                  <a:pt x="-11142" y="3522599"/>
                  <a:pt x="-12183" y="3296335"/>
                  <a:pt x="0" y="3135078"/>
                </a:cubicBezTo>
                <a:cubicBezTo>
                  <a:pt x="12183" y="2973821"/>
                  <a:pt x="7137" y="2831230"/>
                  <a:pt x="0" y="2529850"/>
                </a:cubicBezTo>
                <a:cubicBezTo>
                  <a:pt x="-7137" y="2228470"/>
                  <a:pt x="12153" y="2248734"/>
                  <a:pt x="0" y="1997250"/>
                </a:cubicBezTo>
                <a:cubicBezTo>
                  <a:pt x="-12153" y="1745766"/>
                  <a:pt x="9173" y="1582893"/>
                  <a:pt x="0" y="1355709"/>
                </a:cubicBezTo>
                <a:cubicBezTo>
                  <a:pt x="-9173" y="1128525"/>
                  <a:pt x="-10962" y="1058310"/>
                  <a:pt x="0" y="823109"/>
                </a:cubicBezTo>
                <a:cubicBezTo>
                  <a:pt x="10962" y="587908"/>
                  <a:pt x="-8453" y="385023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4" name="Retângulo 23">
            <a:extLst>
              <a:ext uri="{FF2B5EF4-FFF2-40B4-BE49-F238E27FC236}">
                <a16:creationId xmlns:a16="http://schemas.microsoft.com/office/drawing/2014/main" id="{41FF8762-D58C-8CB9-9229-004B92E5D83A}"/>
              </a:ext>
            </a:extLst>
          </p:cNvPr>
          <p:cNvSpPr/>
          <p:nvPr/>
        </p:nvSpPr>
        <p:spPr>
          <a:xfrm>
            <a:off x="4468614" y="3024946"/>
            <a:ext cx="3116644" cy="3631364"/>
          </a:xfrm>
          <a:custGeom>
            <a:avLst/>
            <a:gdLst>
              <a:gd name="csX0" fmla="*/ 0 w 3116644"/>
              <a:gd name="csY0" fmla="*/ 0 h 3631364"/>
              <a:gd name="csX1" fmla="*/ 529829 w 3116644"/>
              <a:gd name="csY1" fmla="*/ 0 h 3631364"/>
              <a:gd name="csX2" fmla="*/ 1215491 w 3116644"/>
              <a:gd name="csY2" fmla="*/ 0 h 3631364"/>
              <a:gd name="csX3" fmla="*/ 1901153 w 3116644"/>
              <a:gd name="csY3" fmla="*/ 0 h 3631364"/>
              <a:gd name="csX4" fmla="*/ 2493315 w 3116644"/>
              <a:gd name="csY4" fmla="*/ 0 h 3631364"/>
              <a:gd name="csX5" fmla="*/ 3116644 w 3116644"/>
              <a:gd name="csY5" fmla="*/ 0 h 3631364"/>
              <a:gd name="csX6" fmla="*/ 3116644 w 3116644"/>
              <a:gd name="csY6" fmla="*/ 677855 h 3631364"/>
              <a:gd name="csX7" fmla="*/ 3116644 w 3116644"/>
              <a:gd name="csY7" fmla="*/ 1174141 h 3631364"/>
              <a:gd name="csX8" fmla="*/ 3116644 w 3116644"/>
              <a:gd name="csY8" fmla="*/ 1779368 h 3631364"/>
              <a:gd name="csX9" fmla="*/ 3116644 w 3116644"/>
              <a:gd name="csY9" fmla="*/ 2384596 h 3631364"/>
              <a:gd name="csX10" fmla="*/ 3116644 w 3116644"/>
              <a:gd name="csY10" fmla="*/ 2917196 h 3631364"/>
              <a:gd name="csX11" fmla="*/ 3116644 w 3116644"/>
              <a:gd name="csY11" fmla="*/ 3631364 h 3631364"/>
              <a:gd name="csX12" fmla="*/ 2430982 w 3116644"/>
              <a:gd name="csY12" fmla="*/ 3631364 h 3631364"/>
              <a:gd name="csX13" fmla="*/ 1745321 w 3116644"/>
              <a:gd name="csY13" fmla="*/ 3631364 h 3631364"/>
              <a:gd name="csX14" fmla="*/ 1153158 w 3116644"/>
              <a:gd name="csY14" fmla="*/ 3631364 h 3631364"/>
              <a:gd name="csX15" fmla="*/ 0 w 3116644"/>
              <a:gd name="csY15" fmla="*/ 3631364 h 3631364"/>
              <a:gd name="csX16" fmla="*/ 0 w 3116644"/>
              <a:gd name="csY16" fmla="*/ 3135078 h 3631364"/>
              <a:gd name="csX17" fmla="*/ 0 w 3116644"/>
              <a:gd name="csY17" fmla="*/ 2566164 h 3631364"/>
              <a:gd name="csX18" fmla="*/ 0 w 3116644"/>
              <a:gd name="csY18" fmla="*/ 2069877 h 3631364"/>
              <a:gd name="csX19" fmla="*/ 0 w 3116644"/>
              <a:gd name="csY19" fmla="*/ 1573591 h 3631364"/>
              <a:gd name="csX20" fmla="*/ 0 w 3116644"/>
              <a:gd name="csY20" fmla="*/ 932050 h 3631364"/>
              <a:gd name="csX21" fmla="*/ 0 w 3116644"/>
              <a:gd name="csY21" fmla="*/ 0 h 3631364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3116644" h="3631364" fill="none" extrusionOk="0">
                <a:moveTo>
                  <a:pt x="0" y="0"/>
                </a:moveTo>
                <a:cubicBezTo>
                  <a:pt x="248801" y="16812"/>
                  <a:pt x="356628" y="-15208"/>
                  <a:pt x="529829" y="0"/>
                </a:cubicBezTo>
                <a:cubicBezTo>
                  <a:pt x="703030" y="15208"/>
                  <a:pt x="1052052" y="-3818"/>
                  <a:pt x="1215491" y="0"/>
                </a:cubicBezTo>
                <a:cubicBezTo>
                  <a:pt x="1378930" y="3818"/>
                  <a:pt x="1639264" y="30700"/>
                  <a:pt x="1901153" y="0"/>
                </a:cubicBezTo>
                <a:cubicBezTo>
                  <a:pt x="2163042" y="-30700"/>
                  <a:pt x="2349025" y="25855"/>
                  <a:pt x="2493315" y="0"/>
                </a:cubicBezTo>
                <a:cubicBezTo>
                  <a:pt x="2637605" y="-25855"/>
                  <a:pt x="2825978" y="19537"/>
                  <a:pt x="3116644" y="0"/>
                </a:cubicBezTo>
                <a:cubicBezTo>
                  <a:pt x="3149463" y="253413"/>
                  <a:pt x="3089761" y="339146"/>
                  <a:pt x="3116644" y="677855"/>
                </a:cubicBezTo>
                <a:cubicBezTo>
                  <a:pt x="3143527" y="1016564"/>
                  <a:pt x="3105045" y="1063855"/>
                  <a:pt x="3116644" y="1174141"/>
                </a:cubicBezTo>
                <a:cubicBezTo>
                  <a:pt x="3128243" y="1284427"/>
                  <a:pt x="3136695" y="1547385"/>
                  <a:pt x="3116644" y="1779368"/>
                </a:cubicBezTo>
                <a:cubicBezTo>
                  <a:pt x="3096593" y="2011351"/>
                  <a:pt x="3089652" y="2183733"/>
                  <a:pt x="3116644" y="2384596"/>
                </a:cubicBezTo>
                <a:cubicBezTo>
                  <a:pt x="3143636" y="2585459"/>
                  <a:pt x="3091352" y="2792396"/>
                  <a:pt x="3116644" y="2917196"/>
                </a:cubicBezTo>
                <a:cubicBezTo>
                  <a:pt x="3141936" y="3041996"/>
                  <a:pt x="3085181" y="3402151"/>
                  <a:pt x="3116644" y="3631364"/>
                </a:cubicBezTo>
                <a:cubicBezTo>
                  <a:pt x="2829784" y="3636738"/>
                  <a:pt x="2703764" y="3649337"/>
                  <a:pt x="2430982" y="3631364"/>
                </a:cubicBezTo>
                <a:cubicBezTo>
                  <a:pt x="2158200" y="3613391"/>
                  <a:pt x="1966939" y="3626954"/>
                  <a:pt x="1745321" y="3631364"/>
                </a:cubicBezTo>
                <a:cubicBezTo>
                  <a:pt x="1523703" y="3635774"/>
                  <a:pt x="1418230" y="3637324"/>
                  <a:pt x="1153158" y="3631364"/>
                </a:cubicBezTo>
                <a:cubicBezTo>
                  <a:pt x="888086" y="3625404"/>
                  <a:pt x="447035" y="3574607"/>
                  <a:pt x="0" y="3631364"/>
                </a:cubicBezTo>
                <a:cubicBezTo>
                  <a:pt x="20712" y="3515697"/>
                  <a:pt x="-3836" y="3369233"/>
                  <a:pt x="0" y="3135078"/>
                </a:cubicBezTo>
                <a:cubicBezTo>
                  <a:pt x="3836" y="2900923"/>
                  <a:pt x="6405" y="2788846"/>
                  <a:pt x="0" y="2566164"/>
                </a:cubicBezTo>
                <a:cubicBezTo>
                  <a:pt x="-6405" y="2343482"/>
                  <a:pt x="22824" y="2242653"/>
                  <a:pt x="0" y="2069877"/>
                </a:cubicBezTo>
                <a:cubicBezTo>
                  <a:pt x="-22824" y="1897101"/>
                  <a:pt x="23443" y="1713483"/>
                  <a:pt x="0" y="1573591"/>
                </a:cubicBezTo>
                <a:cubicBezTo>
                  <a:pt x="-23443" y="1433699"/>
                  <a:pt x="22822" y="1154498"/>
                  <a:pt x="0" y="932050"/>
                </a:cubicBezTo>
                <a:cubicBezTo>
                  <a:pt x="-22822" y="709602"/>
                  <a:pt x="5595" y="337275"/>
                  <a:pt x="0" y="0"/>
                </a:cubicBezTo>
                <a:close/>
              </a:path>
              <a:path w="3116644" h="3631364" stroke="0" extrusionOk="0">
                <a:moveTo>
                  <a:pt x="0" y="0"/>
                </a:moveTo>
                <a:cubicBezTo>
                  <a:pt x="234798" y="24112"/>
                  <a:pt x="395870" y="16495"/>
                  <a:pt x="560996" y="0"/>
                </a:cubicBezTo>
                <a:cubicBezTo>
                  <a:pt x="726122" y="-16495"/>
                  <a:pt x="1025769" y="29680"/>
                  <a:pt x="1184325" y="0"/>
                </a:cubicBezTo>
                <a:cubicBezTo>
                  <a:pt x="1342881" y="-29680"/>
                  <a:pt x="1583884" y="1250"/>
                  <a:pt x="1745321" y="0"/>
                </a:cubicBezTo>
                <a:cubicBezTo>
                  <a:pt x="1906758" y="-1250"/>
                  <a:pt x="2193133" y="-3521"/>
                  <a:pt x="2306317" y="0"/>
                </a:cubicBezTo>
                <a:cubicBezTo>
                  <a:pt x="2419501" y="3521"/>
                  <a:pt x="2826766" y="34906"/>
                  <a:pt x="3116644" y="0"/>
                </a:cubicBezTo>
                <a:cubicBezTo>
                  <a:pt x="3132059" y="134181"/>
                  <a:pt x="3137230" y="418173"/>
                  <a:pt x="3116644" y="605227"/>
                </a:cubicBezTo>
                <a:cubicBezTo>
                  <a:pt x="3096058" y="792281"/>
                  <a:pt x="3103518" y="1087429"/>
                  <a:pt x="3116644" y="1283082"/>
                </a:cubicBezTo>
                <a:cubicBezTo>
                  <a:pt x="3129770" y="1478736"/>
                  <a:pt x="3121667" y="1751217"/>
                  <a:pt x="3116644" y="1960937"/>
                </a:cubicBezTo>
                <a:cubicBezTo>
                  <a:pt x="3111621" y="2170658"/>
                  <a:pt x="3109039" y="2327666"/>
                  <a:pt x="3116644" y="2529850"/>
                </a:cubicBezTo>
                <a:cubicBezTo>
                  <a:pt x="3124249" y="2732034"/>
                  <a:pt x="3140702" y="2873782"/>
                  <a:pt x="3116644" y="3026137"/>
                </a:cubicBezTo>
                <a:cubicBezTo>
                  <a:pt x="3092586" y="3178492"/>
                  <a:pt x="3086863" y="3423633"/>
                  <a:pt x="3116644" y="3631364"/>
                </a:cubicBezTo>
                <a:cubicBezTo>
                  <a:pt x="2921928" y="3646717"/>
                  <a:pt x="2651598" y="3624865"/>
                  <a:pt x="2524482" y="3631364"/>
                </a:cubicBezTo>
                <a:cubicBezTo>
                  <a:pt x="2397366" y="3637863"/>
                  <a:pt x="1982349" y="3659516"/>
                  <a:pt x="1838820" y="3631364"/>
                </a:cubicBezTo>
                <a:cubicBezTo>
                  <a:pt x="1695291" y="3603212"/>
                  <a:pt x="1326901" y="3607692"/>
                  <a:pt x="1153158" y="3631364"/>
                </a:cubicBezTo>
                <a:cubicBezTo>
                  <a:pt x="979415" y="3655036"/>
                  <a:pt x="849809" y="3646938"/>
                  <a:pt x="623329" y="3631364"/>
                </a:cubicBezTo>
                <a:cubicBezTo>
                  <a:pt x="396849" y="3615790"/>
                  <a:pt x="303041" y="3608356"/>
                  <a:pt x="0" y="3631364"/>
                </a:cubicBezTo>
                <a:cubicBezTo>
                  <a:pt x="-11142" y="3522599"/>
                  <a:pt x="-12183" y="3296335"/>
                  <a:pt x="0" y="3135078"/>
                </a:cubicBezTo>
                <a:cubicBezTo>
                  <a:pt x="12183" y="2973821"/>
                  <a:pt x="7137" y="2831230"/>
                  <a:pt x="0" y="2529850"/>
                </a:cubicBezTo>
                <a:cubicBezTo>
                  <a:pt x="-7137" y="2228470"/>
                  <a:pt x="12153" y="2248734"/>
                  <a:pt x="0" y="1997250"/>
                </a:cubicBezTo>
                <a:cubicBezTo>
                  <a:pt x="-12153" y="1745766"/>
                  <a:pt x="9173" y="1582893"/>
                  <a:pt x="0" y="1355709"/>
                </a:cubicBezTo>
                <a:cubicBezTo>
                  <a:pt x="-9173" y="1128525"/>
                  <a:pt x="-10962" y="1058310"/>
                  <a:pt x="0" y="823109"/>
                </a:cubicBezTo>
                <a:cubicBezTo>
                  <a:pt x="10962" y="587908"/>
                  <a:pt x="-8453" y="385023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841DEB33-3630-33AA-DA38-579BBE0AFD15}"/>
              </a:ext>
            </a:extLst>
          </p:cNvPr>
          <p:cNvSpPr/>
          <p:nvPr/>
        </p:nvSpPr>
        <p:spPr>
          <a:xfrm>
            <a:off x="8028091" y="3035385"/>
            <a:ext cx="2866127" cy="3610490"/>
          </a:xfrm>
          <a:custGeom>
            <a:avLst/>
            <a:gdLst>
              <a:gd name="csX0" fmla="*/ 0 w 2866127"/>
              <a:gd name="csY0" fmla="*/ 0 h 3610490"/>
              <a:gd name="csX1" fmla="*/ 487242 w 2866127"/>
              <a:gd name="csY1" fmla="*/ 0 h 3610490"/>
              <a:gd name="csX2" fmla="*/ 1117790 w 2866127"/>
              <a:gd name="csY2" fmla="*/ 0 h 3610490"/>
              <a:gd name="csX3" fmla="*/ 1748337 w 2866127"/>
              <a:gd name="csY3" fmla="*/ 0 h 3610490"/>
              <a:gd name="csX4" fmla="*/ 2292902 w 2866127"/>
              <a:gd name="csY4" fmla="*/ 0 h 3610490"/>
              <a:gd name="csX5" fmla="*/ 2866127 w 2866127"/>
              <a:gd name="csY5" fmla="*/ 0 h 3610490"/>
              <a:gd name="csX6" fmla="*/ 2866127 w 2866127"/>
              <a:gd name="csY6" fmla="*/ 673958 h 3610490"/>
              <a:gd name="csX7" fmla="*/ 2866127 w 2866127"/>
              <a:gd name="csY7" fmla="*/ 1167392 h 3610490"/>
              <a:gd name="csX8" fmla="*/ 2866127 w 2866127"/>
              <a:gd name="csY8" fmla="*/ 1769140 h 3610490"/>
              <a:gd name="csX9" fmla="*/ 2866127 w 2866127"/>
              <a:gd name="csY9" fmla="*/ 2370888 h 3610490"/>
              <a:gd name="csX10" fmla="*/ 2866127 w 2866127"/>
              <a:gd name="csY10" fmla="*/ 2900427 h 3610490"/>
              <a:gd name="csX11" fmla="*/ 2866127 w 2866127"/>
              <a:gd name="csY11" fmla="*/ 3610490 h 3610490"/>
              <a:gd name="csX12" fmla="*/ 2235579 w 2866127"/>
              <a:gd name="csY12" fmla="*/ 3610490 h 3610490"/>
              <a:gd name="csX13" fmla="*/ 1605031 w 2866127"/>
              <a:gd name="csY13" fmla="*/ 3610490 h 3610490"/>
              <a:gd name="csX14" fmla="*/ 1060467 w 2866127"/>
              <a:gd name="csY14" fmla="*/ 3610490 h 3610490"/>
              <a:gd name="csX15" fmla="*/ 0 w 2866127"/>
              <a:gd name="csY15" fmla="*/ 3610490 h 3610490"/>
              <a:gd name="csX16" fmla="*/ 0 w 2866127"/>
              <a:gd name="csY16" fmla="*/ 3117056 h 3610490"/>
              <a:gd name="csX17" fmla="*/ 0 w 2866127"/>
              <a:gd name="csY17" fmla="*/ 2551413 h 3610490"/>
              <a:gd name="csX18" fmla="*/ 0 w 2866127"/>
              <a:gd name="csY18" fmla="*/ 2057979 h 3610490"/>
              <a:gd name="csX19" fmla="*/ 0 w 2866127"/>
              <a:gd name="csY19" fmla="*/ 1564546 h 3610490"/>
              <a:gd name="csX20" fmla="*/ 0 w 2866127"/>
              <a:gd name="csY20" fmla="*/ 926692 h 3610490"/>
              <a:gd name="csX21" fmla="*/ 0 w 2866127"/>
              <a:gd name="csY21" fmla="*/ 0 h 361049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</a:cxnLst>
            <a:rect l="l" t="t" r="r" b="b"/>
            <a:pathLst>
              <a:path w="2866127" h="3610490" fill="none" extrusionOk="0">
                <a:moveTo>
                  <a:pt x="0" y="0"/>
                </a:moveTo>
                <a:cubicBezTo>
                  <a:pt x="189955" y="15764"/>
                  <a:pt x="250414" y="-315"/>
                  <a:pt x="487242" y="0"/>
                </a:cubicBezTo>
                <a:cubicBezTo>
                  <a:pt x="724070" y="315"/>
                  <a:pt x="900565" y="-23248"/>
                  <a:pt x="1117790" y="0"/>
                </a:cubicBezTo>
                <a:cubicBezTo>
                  <a:pt x="1335015" y="23248"/>
                  <a:pt x="1522316" y="-24867"/>
                  <a:pt x="1748337" y="0"/>
                </a:cubicBezTo>
                <a:cubicBezTo>
                  <a:pt x="1974358" y="24867"/>
                  <a:pt x="2073410" y="7398"/>
                  <a:pt x="2292902" y="0"/>
                </a:cubicBezTo>
                <a:cubicBezTo>
                  <a:pt x="2512395" y="-7398"/>
                  <a:pt x="2707268" y="-2873"/>
                  <a:pt x="2866127" y="0"/>
                </a:cubicBezTo>
                <a:cubicBezTo>
                  <a:pt x="2896366" y="271456"/>
                  <a:pt x="2852920" y="433559"/>
                  <a:pt x="2866127" y="673958"/>
                </a:cubicBezTo>
                <a:cubicBezTo>
                  <a:pt x="2879334" y="914357"/>
                  <a:pt x="2870333" y="1015516"/>
                  <a:pt x="2866127" y="1167392"/>
                </a:cubicBezTo>
                <a:cubicBezTo>
                  <a:pt x="2861921" y="1319268"/>
                  <a:pt x="2876516" y="1503961"/>
                  <a:pt x="2866127" y="1769140"/>
                </a:cubicBezTo>
                <a:cubicBezTo>
                  <a:pt x="2855738" y="2034319"/>
                  <a:pt x="2873560" y="2086657"/>
                  <a:pt x="2866127" y="2370888"/>
                </a:cubicBezTo>
                <a:cubicBezTo>
                  <a:pt x="2858694" y="2655119"/>
                  <a:pt x="2860705" y="2715955"/>
                  <a:pt x="2866127" y="2900427"/>
                </a:cubicBezTo>
                <a:cubicBezTo>
                  <a:pt x="2871549" y="3084899"/>
                  <a:pt x="2832849" y="3358308"/>
                  <a:pt x="2866127" y="3610490"/>
                </a:cubicBezTo>
                <a:cubicBezTo>
                  <a:pt x="2613634" y="3639719"/>
                  <a:pt x="2480798" y="3634425"/>
                  <a:pt x="2235579" y="3610490"/>
                </a:cubicBezTo>
                <a:cubicBezTo>
                  <a:pt x="1990360" y="3586555"/>
                  <a:pt x="1784605" y="3606301"/>
                  <a:pt x="1605031" y="3610490"/>
                </a:cubicBezTo>
                <a:cubicBezTo>
                  <a:pt x="1425457" y="3614679"/>
                  <a:pt x="1267118" y="3623689"/>
                  <a:pt x="1060467" y="3610490"/>
                </a:cubicBezTo>
                <a:cubicBezTo>
                  <a:pt x="853816" y="3597291"/>
                  <a:pt x="493533" y="3619764"/>
                  <a:pt x="0" y="3610490"/>
                </a:cubicBezTo>
                <a:cubicBezTo>
                  <a:pt x="1880" y="3397569"/>
                  <a:pt x="-12134" y="3257702"/>
                  <a:pt x="0" y="3117056"/>
                </a:cubicBezTo>
                <a:cubicBezTo>
                  <a:pt x="12134" y="2976410"/>
                  <a:pt x="13620" y="2698669"/>
                  <a:pt x="0" y="2551413"/>
                </a:cubicBezTo>
                <a:cubicBezTo>
                  <a:pt x="-13620" y="2404157"/>
                  <a:pt x="-9726" y="2284699"/>
                  <a:pt x="0" y="2057979"/>
                </a:cubicBezTo>
                <a:cubicBezTo>
                  <a:pt x="9726" y="1831259"/>
                  <a:pt x="-22830" y="1746126"/>
                  <a:pt x="0" y="1564546"/>
                </a:cubicBezTo>
                <a:cubicBezTo>
                  <a:pt x="22830" y="1382966"/>
                  <a:pt x="31110" y="1134101"/>
                  <a:pt x="0" y="926692"/>
                </a:cubicBezTo>
                <a:cubicBezTo>
                  <a:pt x="-31110" y="719283"/>
                  <a:pt x="-3187" y="327053"/>
                  <a:pt x="0" y="0"/>
                </a:cubicBezTo>
                <a:close/>
              </a:path>
              <a:path w="2866127" h="3610490" stroke="0" extrusionOk="0">
                <a:moveTo>
                  <a:pt x="0" y="0"/>
                </a:moveTo>
                <a:cubicBezTo>
                  <a:pt x="255787" y="-14359"/>
                  <a:pt x="282021" y="-11665"/>
                  <a:pt x="515903" y="0"/>
                </a:cubicBezTo>
                <a:cubicBezTo>
                  <a:pt x="749785" y="11665"/>
                  <a:pt x="846678" y="-3812"/>
                  <a:pt x="1089128" y="0"/>
                </a:cubicBezTo>
                <a:cubicBezTo>
                  <a:pt x="1331579" y="3812"/>
                  <a:pt x="1448354" y="-12963"/>
                  <a:pt x="1605031" y="0"/>
                </a:cubicBezTo>
                <a:cubicBezTo>
                  <a:pt x="1761708" y="12963"/>
                  <a:pt x="1876733" y="-13932"/>
                  <a:pt x="2120934" y="0"/>
                </a:cubicBezTo>
                <a:cubicBezTo>
                  <a:pt x="2365135" y="13932"/>
                  <a:pt x="2652969" y="31171"/>
                  <a:pt x="2866127" y="0"/>
                </a:cubicBezTo>
                <a:cubicBezTo>
                  <a:pt x="2849156" y="273754"/>
                  <a:pt x="2866969" y="390055"/>
                  <a:pt x="2866127" y="601748"/>
                </a:cubicBezTo>
                <a:cubicBezTo>
                  <a:pt x="2865285" y="813441"/>
                  <a:pt x="2885742" y="1114409"/>
                  <a:pt x="2866127" y="1275706"/>
                </a:cubicBezTo>
                <a:cubicBezTo>
                  <a:pt x="2846512" y="1437003"/>
                  <a:pt x="2864565" y="1669888"/>
                  <a:pt x="2866127" y="1949665"/>
                </a:cubicBezTo>
                <a:cubicBezTo>
                  <a:pt x="2867689" y="2229442"/>
                  <a:pt x="2846216" y="2364948"/>
                  <a:pt x="2866127" y="2515308"/>
                </a:cubicBezTo>
                <a:cubicBezTo>
                  <a:pt x="2886038" y="2665668"/>
                  <a:pt x="2866860" y="2878592"/>
                  <a:pt x="2866127" y="3008742"/>
                </a:cubicBezTo>
                <a:cubicBezTo>
                  <a:pt x="2865394" y="3138892"/>
                  <a:pt x="2839400" y="3432534"/>
                  <a:pt x="2866127" y="3610490"/>
                </a:cubicBezTo>
                <a:cubicBezTo>
                  <a:pt x="2610857" y="3626750"/>
                  <a:pt x="2551157" y="3594083"/>
                  <a:pt x="2321563" y="3610490"/>
                </a:cubicBezTo>
                <a:cubicBezTo>
                  <a:pt x="2091969" y="3626897"/>
                  <a:pt x="1864681" y="3592676"/>
                  <a:pt x="1691015" y="3610490"/>
                </a:cubicBezTo>
                <a:cubicBezTo>
                  <a:pt x="1517349" y="3628304"/>
                  <a:pt x="1332439" y="3641864"/>
                  <a:pt x="1060467" y="3610490"/>
                </a:cubicBezTo>
                <a:cubicBezTo>
                  <a:pt x="788495" y="3579116"/>
                  <a:pt x="815987" y="3601615"/>
                  <a:pt x="573225" y="3610490"/>
                </a:cubicBezTo>
                <a:cubicBezTo>
                  <a:pt x="330463" y="3619365"/>
                  <a:pt x="123864" y="3624489"/>
                  <a:pt x="0" y="3610490"/>
                </a:cubicBezTo>
                <a:cubicBezTo>
                  <a:pt x="24515" y="3493107"/>
                  <a:pt x="-10659" y="3309524"/>
                  <a:pt x="0" y="3117056"/>
                </a:cubicBezTo>
                <a:cubicBezTo>
                  <a:pt x="10659" y="2924588"/>
                  <a:pt x="4904" y="2773799"/>
                  <a:pt x="0" y="2515308"/>
                </a:cubicBezTo>
                <a:cubicBezTo>
                  <a:pt x="-4904" y="2256817"/>
                  <a:pt x="17183" y="2240970"/>
                  <a:pt x="0" y="1985770"/>
                </a:cubicBezTo>
                <a:cubicBezTo>
                  <a:pt x="-17183" y="1730570"/>
                  <a:pt x="-29440" y="1543403"/>
                  <a:pt x="0" y="1347916"/>
                </a:cubicBezTo>
                <a:cubicBezTo>
                  <a:pt x="29440" y="1152429"/>
                  <a:pt x="-9918" y="971331"/>
                  <a:pt x="0" y="818378"/>
                </a:cubicBezTo>
                <a:cubicBezTo>
                  <a:pt x="9918" y="665425"/>
                  <a:pt x="-2400" y="334350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2737805635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CaixaDeTexto 27">
            <a:extLst>
              <a:ext uri="{FF2B5EF4-FFF2-40B4-BE49-F238E27FC236}">
                <a16:creationId xmlns:a16="http://schemas.microsoft.com/office/drawing/2014/main" id="{5A70515F-320F-A826-565D-5625998DF324}"/>
              </a:ext>
            </a:extLst>
          </p:cNvPr>
          <p:cNvSpPr txBox="1"/>
          <p:nvPr/>
        </p:nvSpPr>
        <p:spPr>
          <a:xfrm>
            <a:off x="1330337" y="3062567"/>
            <a:ext cx="2607501" cy="33701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10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Planejamento Pedagógico Integrado à Bioeconomia no território;</a:t>
            </a:r>
            <a:b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Realizar oficinas de empreendedorismo para os jovens;</a:t>
            </a:r>
            <a:b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Reformar laboratórios Agroecológicos da EAFAC;</a:t>
            </a:r>
            <a:b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Implantar laboratório de informática.</a:t>
            </a:r>
            <a:endParaRPr lang="pt-BR" sz="1500" dirty="0"/>
          </a:p>
        </p:txBody>
      </p:sp>
      <p:sp>
        <p:nvSpPr>
          <p:cNvPr id="31" name="CaixaDeTexto 30">
            <a:extLst>
              <a:ext uri="{FF2B5EF4-FFF2-40B4-BE49-F238E27FC236}">
                <a16:creationId xmlns:a16="http://schemas.microsoft.com/office/drawing/2014/main" id="{E817BF04-25D7-0E90-398C-C551F9D95E73}"/>
              </a:ext>
            </a:extLst>
          </p:cNvPr>
          <p:cNvSpPr txBox="1"/>
          <p:nvPr/>
        </p:nvSpPr>
        <p:spPr>
          <a:xfrm>
            <a:off x="4597543" y="3062565"/>
            <a:ext cx="2983279" cy="350865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sz="1600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sz="1600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9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Treinamento das equipes técnicas;</a:t>
            </a:r>
            <a:b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Realizar diagnóstico socioeconômico e ambiental inicial e final;</a:t>
            </a:r>
            <a:endParaRPr lang="en-US" sz="15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endParaRPr lang="pt-BR" sz="1000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Realizar reuniões de acompanhamento com lideranças, parceiros e gestores do projeto;</a:t>
            </a:r>
            <a:b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0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5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Acompanhamento da evolução dos indicadores do projeto.</a:t>
            </a:r>
            <a:endParaRPr lang="pt-BR" sz="1500" dirty="0"/>
          </a:p>
        </p:txBody>
      </p:sp>
      <p:sp>
        <p:nvSpPr>
          <p:cNvPr id="33" name="CaixaDeTexto 32">
            <a:extLst>
              <a:ext uri="{FF2B5EF4-FFF2-40B4-BE49-F238E27FC236}">
                <a16:creationId xmlns:a16="http://schemas.microsoft.com/office/drawing/2014/main" id="{C36847CE-581F-9A3A-E921-E2BBDF5A4F5E}"/>
              </a:ext>
            </a:extLst>
          </p:cNvPr>
          <p:cNvSpPr txBox="1"/>
          <p:nvPr/>
        </p:nvSpPr>
        <p:spPr>
          <a:xfrm>
            <a:off x="8063075" y="3083442"/>
            <a:ext cx="2795390" cy="287771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pt-BR" b="1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               </a:t>
            </a:r>
            <a: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Atividades:</a:t>
            </a:r>
            <a:br>
              <a:rPr lang="pt-BR" b="1" u="sng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pt-BR" sz="1000" b="1" u="sng" dirty="0">
              <a:solidFill>
                <a:srgbClr val="FFFFFF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Catálogos impressos e online para apresentação dos produtos;</a:t>
            </a:r>
            <a:b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7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Vídeos de apresentação institucional e do projeto;</a:t>
            </a:r>
            <a:b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</a:br>
            <a:endParaRPr lang="en-US" sz="1700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342900" indent="-342900">
              <a:buAutoNum type="arabicPeriod"/>
            </a:pPr>
            <a:r>
              <a:rPr lang="pt-BR" sz="1700" dirty="0">
                <a:solidFill>
                  <a:srgbClr val="FFFFFF"/>
                </a:solidFill>
                <a:latin typeface="Calibri"/>
                <a:ea typeface="Calibri"/>
                <a:cs typeface="Calibri"/>
              </a:rPr>
              <a:t>Apresentação em eventos empresariais.</a:t>
            </a:r>
            <a:endParaRPr lang="pt-BR" sz="1700" dirty="0"/>
          </a:p>
        </p:txBody>
      </p:sp>
    </p:spTree>
    <p:extLst>
      <p:ext uri="{BB962C8B-B14F-4D97-AF65-F5344CB8AC3E}">
        <p14:creationId xmlns:p14="http://schemas.microsoft.com/office/powerpoint/2010/main" val="8090038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  <p:bldP spid="63" grpId="0" animBg="1"/>
      <p:bldP spid="73" grpId="0" animBg="1"/>
      <p:bldP spid="2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AF6F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645F581-DD47-2489-23B6-6A407D5520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>
            <a:extLst>
              <a:ext uri="{FF2B5EF4-FFF2-40B4-BE49-F238E27FC236}">
                <a16:creationId xmlns:a16="http://schemas.microsoft.com/office/drawing/2014/main" id="{D3B37F91-67FB-23D1-1841-042B1B2CFA6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78531489"/>
              </p:ext>
            </p:extLst>
          </p:nvPr>
        </p:nvGraphicFramePr>
        <p:xfrm>
          <a:off x="710513" y="667263"/>
          <a:ext cx="11263184" cy="58726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o Explicativo: Linha Dobrada 1">
            <a:extLst>
              <a:ext uri="{FF2B5EF4-FFF2-40B4-BE49-F238E27FC236}">
                <a16:creationId xmlns:a16="http://schemas.microsoft.com/office/drawing/2014/main" id="{749B525E-6620-62B0-1D0A-8A8440C1FBC0}"/>
              </a:ext>
            </a:extLst>
          </p:cNvPr>
          <p:cNvSpPr/>
          <p:nvPr/>
        </p:nvSpPr>
        <p:spPr>
          <a:xfrm>
            <a:off x="5134233" y="5359743"/>
            <a:ext cx="1124464" cy="8680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3797"/>
              <a:gd name="adj6" fmla="val -162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ASAFAB, FOQS e FAMCEF</a:t>
            </a:r>
          </a:p>
        </p:txBody>
      </p:sp>
      <p:sp>
        <p:nvSpPr>
          <p:cNvPr id="3" name="Texto Explicativo: Linha Dobrada 2">
            <a:extLst>
              <a:ext uri="{FF2B5EF4-FFF2-40B4-BE49-F238E27FC236}">
                <a16:creationId xmlns:a16="http://schemas.microsoft.com/office/drawing/2014/main" id="{38ACAC1F-F6E6-BF83-8C6A-1862FF4E2DDD}"/>
              </a:ext>
            </a:extLst>
          </p:cNvPr>
          <p:cNvSpPr/>
          <p:nvPr/>
        </p:nvSpPr>
        <p:spPr>
          <a:xfrm>
            <a:off x="3284838" y="5407110"/>
            <a:ext cx="1124464" cy="8680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58743"/>
              <a:gd name="adj6" fmla="val -1678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ATASB e FVVP</a:t>
            </a:r>
          </a:p>
        </p:txBody>
      </p:sp>
      <p:sp>
        <p:nvSpPr>
          <p:cNvPr id="5" name="Texto Explicativo: Linha Dobrada 4">
            <a:extLst>
              <a:ext uri="{FF2B5EF4-FFF2-40B4-BE49-F238E27FC236}">
                <a16:creationId xmlns:a16="http://schemas.microsoft.com/office/drawing/2014/main" id="{65F62753-C797-C359-C624-0B49A8922F5E}"/>
              </a:ext>
            </a:extLst>
          </p:cNvPr>
          <p:cNvSpPr/>
          <p:nvPr/>
        </p:nvSpPr>
        <p:spPr>
          <a:xfrm>
            <a:off x="6831227" y="5322675"/>
            <a:ext cx="1124464" cy="868062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43797"/>
              <a:gd name="adj6" fmla="val -16234"/>
            </a:avLst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bg2">
                    <a:lumMod val="50000"/>
                  </a:schemeClr>
                </a:solidFill>
              </a:rPr>
              <a:t>AEFAC, ASBAP e AEFAM</a:t>
            </a:r>
          </a:p>
        </p:txBody>
      </p:sp>
      <p:sp>
        <p:nvSpPr>
          <p:cNvPr id="68" name="Retângulo 67">
            <a:extLst>
              <a:ext uri="{FF2B5EF4-FFF2-40B4-BE49-F238E27FC236}">
                <a16:creationId xmlns:a16="http://schemas.microsoft.com/office/drawing/2014/main" id="{9CD767B8-EB41-11A1-3BB0-7DEAF135D860}"/>
              </a:ext>
            </a:extLst>
          </p:cNvPr>
          <p:cNvSpPr/>
          <p:nvPr/>
        </p:nvSpPr>
        <p:spPr>
          <a:xfrm>
            <a:off x="3875" y="-6563"/>
            <a:ext cx="12192485" cy="725106"/>
          </a:xfrm>
          <a:custGeom>
            <a:avLst/>
            <a:gdLst>
              <a:gd name="csX0" fmla="*/ 0 w 12192485"/>
              <a:gd name="csY0" fmla="*/ 0 h 725106"/>
              <a:gd name="csX1" fmla="*/ 555435 w 12192485"/>
              <a:gd name="csY1" fmla="*/ 0 h 725106"/>
              <a:gd name="csX2" fmla="*/ 1476645 w 12192485"/>
              <a:gd name="csY2" fmla="*/ 0 h 725106"/>
              <a:gd name="csX3" fmla="*/ 1910156 w 12192485"/>
              <a:gd name="csY3" fmla="*/ 0 h 725106"/>
              <a:gd name="csX4" fmla="*/ 2831366 w 12192485"/>
              <a:gd name="csY4" fmla="*/ 0 h 725106"/>
              <a:gd name="csX5" fmla="*/ 3630651 w 12192485"/>
              <a:gd name="csY5" fmla="*/ 0 h 725106"/>
              <a:gd name="csX6" fmla="*/ 4429936 w 12192485"/>
              <a:gd name="csY6" fmla="*/ 0 h 725106"/>
              <a:gd name="csX7" fmla="*/ 5351146 w 12192485"/>
              <a:gd name="csY7" fmla="*/ 0 h 725106"/>
              <a:gd name="csX8" fmla="*/ 5906582 w 12192485"/>
              <a:gd name="csY8" fmla="*/ 0 h 725106"/>
              <a:gd name="csX9" fmla="*/ 6827792 w 12192485"/>
              <a:gd name="csY9" fmla="*/ 0 h 725106"/>
              <a:gd name="csX10" fmla="*/ 7749002 w 12192485"/>
              <a:gd name="csY10" fmla="*/ 0 h 725106"/>
              <a:gd name="csX11" fmla="*/ 8548287 w 12192485"/>
              <a:gd name="csY11" fmla="*/ 0 h 725106"/>
              <a:gd name="csX12" fmla="*/ 9225647 w 12192485"/>
              <a:gd name="csY12" fmla="*/ 0 h 725106"/>
              <a:gd name="csX13" fmla="*/ 10146857 w 12192485"/>
              <a:gd name="csY13" fmla="*/ 0 h 725106"/>
              <a:gd name="csX14" fmla="*/ 11068067 w 12192485"/>
              <a:gd name="csY14" fmla="*/ 0 h 725106"/>
              <a:gd name="csX15" fmla="*/ 11379653 w 12192485"/>
              <a:gd name="csY15" fmla="*/ 0 h 725106"/>
              <a:gd name="csX16" fmla="*/ 12192485 w 12192485"/>
              <a:gd name="csY16" fmla="*/ 0 h 725106"/>
              <a:gd name="csX17" fmla="*/ 12192485 w 12192485"/>
              <a:gd name="csY17" fmla="*/ 355302 h 725106"/>
              <a:gd name="csX18" fmla="*/ 12192485 w 12192485"/>
              <a:gd name="csY18" fmla="*/ 725106 h 725106"/>
              <a:gd name="csX19" fmla="*/ 11637050 w 12192485"/>
              <a:gd name="csY19" fmla="*/ 725106 h 725106"/>
              <a:gd name="csX20" fmla="*/ 10959689 w 12192485"/>
              <a:gd name="csY20" fmla="*/ 725106 h 725106"/>
              <a:gd name="csX21" fmla="*/ 10282329 w 12192485"/>
              <a:gd name="csY21" fmla="*/ 725106 h 725106"/>
              <a:gd name="csX22" fmla="*/ 9726894 w 12192485"/>
              <a:gd name="csY22" fmla="*/ 725106 h 725106"/>
              <a:gd name="csX23" fmla="*/ 9171458 w 12192485"/>
              <a:gd name="csY23" fmla="*/ 725106 h 725106"/>
              <a:gd name="csX24" fmla="*/ 8859872 w 12192485"/>
              <a:gd name="csY24" fmla="*/ 725106 h 725106"/>
              <a:gd name="csX25" fmla="*/ 8426362 w 12192485"/>
              <a:gd name="csY25" fmla="*/ 725106 h 725106"/>
              <a:gd name="csX26" fmla="*/ 7992851 w 12192485"/>
              <a:gd name="csY26" fmla="*/ 725106 h 725106"/>
              <a:gd name="csX27" fmla="*/ 7315491 w 12192485"/>
              <a:gd name="csY27" fmla="*/ 725106 h 725106"/>
              <a:gd name="csX28" fmla="*/ 6638131 w 12192485"/>
              <a:gd name="csY28" fmla="*/ 725106 h 725106"/>
              <a:gd name="csX29" fmla="*/ 5716921 w 12192485"/>
              <a:gd name="csY29" fmla="*/ 725106 h 725106"/>
              <a:gd name="csX30" fmla="*/ 4917636 w 12192485"/>
              <a:gd name="csY30" fmla="*/ 725106 h 725106"/>
              <a:gd name="csX31" fmla="*/ 4118350 w 12192485"/>
              <a:gd name="csY31" fmla="*/ 725106 h 725106"/>
              <a:gd name="csX32" fmla="*/ 3319065 w 12192485"/>
              <a:gd name="csY32" fmla="*/ 725106 h 725106"/>
              <a:gd name="csX33" fmla="*/ 2519780 w 12192485"/>
              <a:gd name="csY33" fmla="*/ 725106 h 725106"/>
              <a:gd name="csX34" fmla="*/ 2086270 w 12192485"/>
              <a:gd name="csY34" fmla="*/ 725106 h 725106"/>
              <a:gd name="csX35" fmla="*/ 1408909 w 12192485"/>
              <a:gd name="csY35" fmla="*/ 725106 h 725106"/>
              <a:gd name="csX36" fmla="*/ 975399 w 12192485"/>
              <a:gd name="csY36" fmla="*/ 725106 h 725106"/>
              <a:gd name="csX37" fmla="*/ 0 w 12192485"/>
              <a:gd name="csY37" fmla="*/ 725106 h 725106"/>
              <a:gd name="csX38" fmla="*/ 0 w 12192485"/>
              <a:gd name="csY38" fmla="*/ 362553 h 725106"/>
              <a:gd name="csX39" fmla="*/ 0 w 12192485"/>
              <a:gd name="csY39" fmla="*/ 0 h 72510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</a:cxnLst>
            <a:rect l="l" t="t" r="r" b="b"/>
            <a:pathLst>
              <a:path w="12192485" h="725106" fill="none" extrusionOk="0">
                <a:moveTo>
                  <a:pt x="0" y="0"/>
                </a:moveTo>
                <a:cubicBezTo>
                  <a:pt x="124948" y="6403"/>
                  <a:pt x="333626" y="-4443"/>
                  <a:pt x="555435" y="0"/>
                </a:cubicBezTo>
                <a:cubicBezTo>
                  <a:pt x="777244" y="4443"/>
                  <a:pt x="1286955" y="-6812"/>
                  <a:pt x="1476645" y="0"/>
                </a:cubicBezTo>
                <a:cubicBezTo>
                  <a:pt x="1666335" y="6812"/>
                  <a:pt x="1774802" y="-15786"/>
                  <a:pt x="1910156" y="0"/>
                </a:cubicBezTo>
                <a:cubicBezTo>
                  <a:pt x="2045510" y="15786"/>
                  <a:pt x="2447618" y="31154"/>
                  <a:pt x="2831366" y="0"/>
                </a:cubicBezTo>
                <a:cubicBezTo>
                  <a:pt x="3215114" y="-31154"/>
                  <a:pt x="3259586" y="31870"/>
                  <a:pt x="3630651" y="0"/>
                </a:cubicBezTo>
                <a:cubicBezTo>
                  <a:pt x="4001717" y="-31870"/>
                  <a:pt x="4161748" y="6718"/>
                  <a:pt x="4429936" y="0"/>
                </a:cubicBezTo>
                <a:cubicBezTo>
                  <a:pt x="4698125" y="-6718"/>
                  <a:pt x="5046084" y="-231"/>
                  <a:pt x="5351146" y="0"/>
                </a:cubicBezTo>
                <a:cubicBezTo>
                  <a:pt x="5656208" y="231"/>
                  <a:pt x="5644038" y="6565"/>
                  <a:pt x="5906582" y="0"/>
                </a:cubicBezTo>
                <a:cubicBezTo>
                  <a:pt x="6169126" y="-6565"/>
                  <a:pt x="6446132" y="32678"/>
                  <a:pt x="6827792" y="0"/>
                </a:cubicBezTo>
                <a:cubicBezTo>
                  <a:pt x="7209452" y="-32678"/>
                  <a:pt x="7545768" y="42940"/>
                  <a:pt x="7749002" y="0"/>
                </a:cubicBezTo>
                <a:cubicBezTo>
                  <a:pt x="7952236" y="-42940"/>
                  <a:pt x="8186045" y="-27122"/>
                  <a:pt x="8548287" y="0"/>
                </a:cubicBezTo>
                <a:cubicBezTo>
                  <a:pt x="8910529" y="27122"/>
                  <a:pt x="8943436" y="13945"/>
                  <a:pt x="9225647" y="0"/>
                </a:cubicBezTo>
                <a:cubicBezTo>
                  <a:pt x="9507858" y="-13945"/>
                  <a:pt x="9942087" y="-14866"/>
                  <a:pt x="10146857" y="0"/>
                </a:cubicBezTo>
                <a:cubicBezTo>
                  <a:pt x="10351627" y="14866"/>
                  <a:pt x="10871501" y="26979"/>
                  <a:pt x="11068067" y="0"/>
                </a:cubicBezTo>
                <a:cubicBezTo>
                  <a:pt x="11264633" y="-26979"/>
                  <a:pt x="11316605" y="8804"/>
                  <a:pt x="11379653" y="0"/>
                </a:cubicBezTo>
                <a:cubicBezTo>
                  <a:pt x="11442701" y="-8804"/>
                  <a:pt x="11962617" y="31087"/>
                  <a:pt x="12192485" y="0"/>
                </a:cubicBezTo>
                <a:cubicBezTo>
                  <a:pt x="12205148" y="104670"/>
                  <a:pt x="12174930" y="225311"/>
                  <a:pt x="12192485" y="355302"/>
                </a:cubicBezTo>
                <a:cubicBezTo>
                  <a:pt x="12210040" y="485293"/>
                  <a:pt x="12174237" y="627801"/>
                  <a:pt x="12192485" y="725106"/>
                </a:cubicBezTo>
                <a:cubicBezTo>
                  <a:pt x="12012334" y="740982"/>
                  <a:pt x="11864713" y="702317"/>
                  <a:pt x="11637050" y="725106"/>
                </a:cubicBezTo>
                <a:cubicBezTo>
                  <a:pt x="11409387" y="747895"/>
                  <a:pt x="11190601" y="692788"/>
                  <a:pt x="10959689" y="725106"/>
                </a:cubicBezTo>
                <a:cubicBezTo>
                  <a:pt x="10728777" y="757424"/>
                  <a:pt x="10599207" y="751442"/>
                  <a:pt x="10282329" y="725106"/>
                </a:cubicBezTo>
                <a:cubicBezTo>
                  <a:pt x="9965451" y="698770"/>
                  <a:pt x="9996541" y="732038"/>
                  <a:pt x="9726894" y="725106"/>
                </a:cubicBezTo>
                <a:cubicBezTo>
                  <a:pt x="9457248" y="718174"/>
                  <a:pt x="9413773" y="709427"/>
                  <a:pt x="9171458" y="725106"/>
                </a:cubicBezTo>
                <a:cubicBezTo>
                  <a:pt x="8929143" y="740785"/>
                  <a:pt x="8926710" y="719251"/>
                  <a:pt x="8859872" y="725106"/>
                </a:cubicBezTo>
                <a:cubicBezTo>
                  <a:pt x="8793034" y="730961"/>
                  <a:pt x="8546306" y="709253"/>
                  <a:pt x="8426362" y="725106"/>
                </a:cubicBezTo>
                <a:cubicBezTo>
                  <a:pt x="8306418" y="740960"/>
                  <a:pt x="8178044" y="711202"/>
                  <a:pt x="7992851" y="725106"/>
                </a:cubicBezTo>
                <a:cubicBezTo>
                  <a:pt x="7807658" y="739010"/>
                  <a:pt x="7493453" y="735313"/>
                  <a:pt x="7315491" y="725106"/>
                </a:cubicBezTo>
                <a:cubicBezTo>
                  <a:pt x="7137529" y="714899"/>
                  <a:pt x="6909216" y="748679"/>
                  <a:pt x="6638131" y="725106"/>
                </a:cubicBezTo>
                <a:cubicBezTo>
                  <a:pt x="6367046" y="701533"/>
                  <a:pt x="5939246" y="758434"/>
                  <a:pt x="5716921" y="725106"/>
                </a:cubicBezTo>
                <a:cubicBezTo>
                  <a:pt x="5494596" y="691779"/>
                  <a:pt x="5144098" y="736566"/>
                  <a:pt x="4917636" y="725106"/>
                </a:cubicBezTo>
                <a:cubicBezTo>
                  <a:pt x="4691174" y="713646"/>
                  <a:pt x="4306761" y="728258"/>
                  <a:pt x="4118350" y="725106"/>
                </a:cubicBezTo>
                <a:cubicBezTo>
                  <a:pt x="3929939" y="721954"/>
                  <a:pt x="3593710" y="688458"/>
                  <a:pt x="3319065" y="725106"/>
                </a:cubicBezTo>
                <a:cubicBezTo>
                  <a:pt x="3044421" y="761754"/>
                  <a:pt x="2807385" y="707271"/>
                  <a:pt x="2519780" y="725106"/>
                </a:cubicBezTo>
                <a:cubicBezTo>
                  <a:pt x="2232175" y="742941"/>
                  <a:pt x="2189753" y="741294"/>
                  <a:pt x="2086270" y="725106"/>
                </a:cubicBezTo>
                <a:cubicBezTo>
                  <a:pt x="1982787" y="708919"/>
                  <a:pt x="1616670" y="692738"/>
                  <a:pt x="1408909" y="725106"/>
                </a:cubicBezTo>
                <a:cubicBezTo>
                  <a:pt x="1201148" y="757474"/>
                  <a:pt x="1109414" y="742149"/>
                  <a:pt x="975399" y="725106"/>
                </a:cubicBezTo>
                <a:cubicBezTo>
                  <a:pt x="841384" y="708064"/>
                  <a:pt x="424064" y="701314"/>
                  <a:pt x="0" y="725106"/>
                </a:cubicBezTo>
                <a:cubicBezTo>
                  <a:pt x="1242" y="600096"/>
                  <a:pt x="-12184" y="540586"/>
                  <a:pt x="0" y="362553"/>
                </a:cubicBezTo>
                <a:cubicBezTo>
                  <a:pt x="12184" y="184520"/>
                  <a:pt x="-12182" y="130492"/>
                  <a:pt x="0" y="0"/>
                </a:cubicBezTo>
                <a:close/>
              </a:path>
              <a:path w="12192485" h="725106" stroke="0" extrusionOk="0">
                <a:moveTo>
                  <a:pt x="0" y="0"/>
                </a:moveTo>
                <a:cubicBezTo>
                  <a:pt x="292912" y="38627"/>
                  <a:pt x="729350" y="-26003"/>
                  <a:pt x="921210" y="0"/>
                </a:cubicBezTo>
                <a:cubicBezTo>
                  <a:pt x="1113070" y="26003"/>
                  <a:pt x="1256095" y="-20799"/>
                  <a:pt x="1354721" y="0"/>
                </a:cubicBezTo>
                <a:cubicBezTo>
                  <a:pt x="1453347" y="20799"/>
                  <a:pt x="1722442" y="15758"/>
                  <a:pt x="1910156" y="0"/>
                </a:cubicBezTo>
                <a:cubicBezTo>
                  <a:pt x="2097870" y="-15758"/>
                  <a:pt x="2094040" y="9527"/>
                  <a:pt x="2221742" y="0"/>
                </a:cubicBezTo>
                <a:cubicBezTo>
                  <a:pt x="2349444" y="-9527"/>
                  <a:pt x="2637408" y="-27461"/>
                  <a:pt x="2777177" y="0"/>
                </a:cubicBezTo>
                <a:cubicBezTo>
                  <a:pt x="2916947" y="27461"/>
                  <a:pt x="2987050" y="-10117"/>
                  <a:pt x="3088763" y="0"/>
                </a:cubicBezTo>
                <a:cubicBezTo>
                  <a:pt x="3190476" y="10117"/>
                  <a:pt x="3500769" y="-31630"/>
                  <a:pt x="3766123" y="0"/>
                </a:cubicBezTo>
                <a:cubicBezTo>
                  <a:pt x="4031477" y="31630"/>
                  <a:pt x="4050308" y="12439"/>
                  <a:pt x="4321559" y="0"/>
                </a:cubicBezTo>
                <a:cubicBezTo>
                  <a:pt x="4592810" y="-12439"/>
                  <a:pt x="4823021" y="-20923"/>
                  <a:pt x="5120844" y="0"/>
                </a:cubicBezTo>
                <a:cubicBezTo>
                  <a:pt x="5418667" y="20923"/>
                  <a:pt x="5300627" y="-2131"/>
                  <a:pt x="5432429" y="0"/>
                </a:cubicBezTo>
                <a:cubicBezTo>
                  <a:pt x="5564231" y="2131"/>
                  <a:pt x="5670412" y="-8988"/>
                  <a:pt x="5744015" y="0"/>
                </a:cubicBezTo>
                <a:cubicBezTo>
                  <a:pt x="5817618" y="8988"/>
                  <a:pt x="6122925" y="-2891"/>
                  <a:pt x="6421375" y="0"/>
                </a:cubicBezTo>
                <a:cubicBezTo>
                  <a:pt x="6719825" y="2891"/>
                  <a:pt x="6684197" y="-8638"/>
                  <a:pt x="6854886" y="0"/>
                </a:cubicBezTo>
                <a:cubicBezTo>
                  <a:pt x="7025575" y="8638"/>
                  <a:pt x="7444239" y="17829"/>
                  <a:pt x="7776096" y="0"/>
                </a:cubicBezTo>
                <a:cubicBezTo>
                  <a:pt x="8107953" y="-17829"/>
                  <a:pt x="8198312" y="11059"/>
                  <a:pt x="8575381" y="0"/>
                </a:cubicBezTo>
                <a:cubicBezTo>
                  <a:pt x="8952450" y="-11059"/>
                  <a:pt x="8997417" y="-32724"/>
                  <a:pt x="9374666" y="0"/>
                </a:cubicBezTo>
                <a:cubicBezTo>
                  <a:pt x="9751915" y="32724"/>
                  <a:pt x="9675999" y="8142"/>
                  <a:pt x="9930102" y="0"/>
                </a:cubicBezTo>
                <a:cubicBezTo>
                  <a:pt x="10184205" y="-8142"/>
                  <a:pt x="10368750" y="9605"/>
                  <a:pt x="10729387" y="0"/>
                </a:cubicBezTo>
                <a:cubicBezTo>
                  <a:pt x="11090025" y="-9605"/>
                  <a:pt x="11000139" y="-14742"/>
                  <a:pt x="11162897" y="0"/>
                </a:cubicBezTo>
                <a:cubicBezTo>
                  <a:pt x="11325655" y="14742"/>
                  <a:pt x="11864578" y="-6933"/>
                  <a:pt x="12192485" y="0"/>
                </a:cubicBezTo>
                <a:cubicBezTo>
                  <a:pt x="12182970" y="136927"/>
                  <a:pt x="12184398" y="242839"/>
                  <a:pt x="12192485" y="362553"/>
                </a:cubicBezTo>
                <a:cubicBezTo>
                  <a:pt x="12200572" y="482267"/>
                  <a:pt x="12177418" y="548508"/>
                  <a:pt x="12192485" y="725106"/>
                </a:cubicBezTo>
                <a:cubicBezTo>
                  <a:pt x="11780853" y="728137"/>
                  <a:pt x="11571502" y="723086"/>
                  <a:pt x="11271275" y="725106"/>
                </a:cubicBezTo>
                <a:cubicBezTo>
                  <a:pt x="10971048" y="727127"/>
                  <a:pt x="10785308" y="767967"/>
                  <a:pt x="10350065" y="725106"/>
                </a:cubicBezTo>
                <a:cubicBezTo>
                  <a:pt x="9914822" y="682246"/>
                  <a:pt x="9984775" y="723980"/>
                  <a:pt x="9672705" y="725106"/>
                </a:cubicBezTo>
                <a:cubicBezTo>
                  <a:pt x="9360635" y="726232"/>
                  <a:pt x="9352870" y="750585"/>
                  <a:pt x="9117269" y="725106"/>
                </a:cubicBezTo>
                <a:cubicBezTo>
                  <a:pt x="8881668" y="699627"/>
                  <a:pt x="8710655" y="716461"/>
                  <a:pt x="8439909" y="725106"/>
                </a:cubicBezTo>
                <a:cubicBezTo>
                  <a:pt x="8169163" y="733751"/>
                  <a:pt x="8122136" y="712687"/>
                  <a:pt x="8006398" y="725106"/>
                </a:cubicBezTo>
                <a:cubicBezTo>
                  <a:pt x="7890660" y="737525"/>
                  <a:pt x="7275501" y="739576"/>
                  <a:pt x="7085189" y="725106"/>
                </a:cubicBezTo>
                <a:cubicBezTo>
                  <a:pt x="6894877" y="710636"/>
                  <a:pt x="6917203" y="739704"/>
                  <a:pt x="6773603" y="725106"/>
                </a:cubicBezTo>
                <a:cubicBezTo>
                  <a:pt x="6630003" y="710508"/>
                  <a:pt x="6303356" y="748988"/>
                  <a:pt x="5974318" y="725106"/>
                </a:cubicBezTo>
                <a:cubicBezTo>
                  <a:pt x="5645281" y="701224"/>
                  <a:pt x="5550253" y="735015"/>
                  <a:pt x="5175033" y="725106"/>
                </a:cubicBezTo>
                <a:cubicBezTo>
                  <a:pt x="4799813" y="715197"/>
                  <a:pt x="4667546" y="726018"/>
                  <a:pt x="4497672" y="725106"/>
                </a:cubicBezTo>
                <a:cubicBezTo>
                  <a:pt x="4327798" y="724194"/>
                  <a:pt x="4156860" y="741780"/>
                  <a:pt x="4064162" y="725106"/>
                </a:cubicBezTo>
                <a:cubicBezTo>
                  <a:pt x="3971464" y="708433"/>
                  <a:pt x="3479503" y="701418"/>
                  <a:pt x="3264877" y="725106"/>
                </a:cubicBezTo>
                <a:cubicBezTo>
                  <a:pt x="3050252" y="748794"/>
                  <a:pt x="2870226" y="724071"/>
                  <a:pt x="2709441" y="725106"/>
                </a:cubicBezTo>
                <a:cubicBezTo>
                  <a:pt x="2548656" y="726141"/>
                  <a:pt x="2031149" y="728594"/>
                  <a:pt x="1788231" y="725106"/>
                </a:cubicBezTo>
                <a:cubicBezTo>
                  <a:pt x="1545313" y="721619"/>
                  <a:pt x="1493960" y="743708"/>
                  <a:pt x="1232796" y="725106"/>
                </a:cubicBezTo>
                <a:cubicBezTo>
                  <a:pt x="971633" y="706504"/>
                  <a:pt x="328755" y="776010"/>
                  <a:pt x="0" y="725106"/>
                </a:cubicBezTo>
                <a:cubicBezTo>
                  <a:pt x="18167" y="623140"/>
                  <a:pt x="10605" y="447505"/>
                  <a:pt x="0" y="355302"/>
                </a:cubicBezTo>
                <a:cubicBezTo>
                  <a:pt x="-10605" y="263099"/>
                  <a:pt x="-4927" y="118506"/>
                  <a:pt x="0" y="0"/>
                </a:cubicBezTo>
                <a:close/>
              </a:path>
            </a:pathLst>
          </a:custGeom>
          <a:solidFill>
            <a:srgbClr val="006B3F"/>
          </a:solidFill>
          <a:ln w="57150">
            <a:solidFill>
              <a:srgbClr val="006B3F"/>
            </a:solidFill>
            <a:extLst>
              <a:ext uri="{C807C97D-BFC1-408E-A445-0C87EB9F89A2}">
                <ask:lineSketchStyleProps xmlns:ask="http://schemas.microsoft.com/office/drawing/2018/sketchyshapes" sd="967903201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0" name="CaixaDeTexto 7">
            <a:extLst>
              <a:ext uri="{FF2B5EF4-FFF2-40B4-BE49-F238E27FC236}">
                <a16:creationId xmlns:a16="http://schemas.microsoft.com/office/drawing/2014/main" id="{2C75657F-9BE5-B3F6-368D-4D0C12C9B892}"/>
              </a:ext>
            </a:extLst>
          </p:cNvPr>
          <p:cNvSpPr txBox="1"/>
          <p:nvPr/>
        </p:nvSpPr>
        <p:spPr>
          <a:xfrm>
            <a:off x="2700733" y="139392"/>
            <a:ext cx="6785197" cy="46166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>
            <a:defPPr>
              <a:defRPr lang="pt-BR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pt-BR" sz="2400" b="1">
                <a:solidFill>
                  <a:srgbClr val="F5EBDA"/>
                </a:solidFill>
                <a:latin typeface="Aptos"/>
                <a:ea typeface="Calibri"/>
                <a:cs typeface="Calibri"/>
              </a:rPr>
              <a:t>ORGANOGRAMA IPAM – </a:t>
            </a:r>
            <a:r>
              <a:rPr lang="pt-BR" sz="2400">
                <a:solidFill>
                  <a:srgbClr val="F5EBDA"/>
                </a:solidFill>
                <a:latin typeface="Aptos"/>
                <a:ea typeface="Calibri"/>
                <a:cs typeface="Calibri"/>
              </a:rPr>
              <a:t>FRUTIFICAR</a:t>
            </a:r>
            <a:r>
              <a:rPr lang="pt-BR" sz="2400" dirty="0">
                <a:solidFill>
                  <a:srgbClr val="F5EBDA"/>
                </a:solidFill>
                <a:latin typeface="Aptos"/>
                <a:ea typeface="Calibri"/>
                <a:cs typeface="Calibri"/>
              </a:rPr>
              <a:t> AMAZÔNIA</a:t>
            </a:r>
            <a:endParaRPr lang="pt-BR" sz="2400" dirty="0">
              <a:solidFill>
                <a:srgbClr val="F5EBDA"/>
              </a:solidFill>
              <a:latin typeface="Aptos"/>
            </a:endParaRPr>
          </a:p>
        </p:txBody>
      </p:sp>
      <p:pic>
        <p:nvPicPr>
          <p:cNvPr id="72" name="Imagem 71" descr="Texto&#10;&#10;O conteúdo gerado por IA pode estar incorreto.">
            <a:extLst>
              <a:ext uri="{FF2B5EF4-FFF2-40B4-BE49-F238E27FC236}">
                <a16:creationId xmlns:a16="http://schemas.microsoft.com/office/drawing/2014/main" id="{F1BE3569-127E-B2CB-21D8-BA14F053E06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6820" y="59368"/>
            <a:ext cx="514350" cy="619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326179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a81a14-e53c-4378-977d-bb6655ca9866">
      <Terms xmlns="http://schemas.microsoft.com/office/infopath/2007/PartnerControls"/>
    </lcf76f155ced4ddcb4097134ff3c332f>
    <TaxCatchAll xmlns="53a5fe10-a807-4958-94b2-fbca6b9bd8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B48D59E156263C4A98A45E931DBD4EDD" ma:contentTypeVersion="10" ma:contentTypeDescription="Crie um novo documento." ma:contentTypeScope="" ma:versionID="f68c02c5896e0e08be3159082e2c0790">
  <xsd:schema xmlns:xsd="http://www.w3.org/2001/XMLSchema" xmlns:xs="http://www.w3.org/2001/XMLSchema" xmlns:p="http://schemas.microsoft.com/office/2006/metadata/properties" xmlns:ns2="a7a81a14-e53c-4378-977d-bb6655ca9866" xmlns:ns3="53a5fe10-a807-4958-94b2-fbca6b9bd826" targetNamespace="http://schemas.microsoft.com/office/2006/metadata/properties" ma:root="true" ma:fieldsID="78efd3f56f7699b34c3b851a123db704" ns2:_="" ns3:_="">
    <xsd:import namespace="a7a81a14-e53c-4378-977d-bb6655ca9866"/>
    <xsd:import namespace="53a5fe10-a807-4958-94b2-fbca6b9bd8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a81a14-e53c-4378-977d-bb6655ca986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b2311db0-9625-433e-a0d2-cafafae1639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3a5fe10-a807-4958-94b2-fbca6b9bd826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0785aa71-ba15-4975-a4e2-d79b558b1f3d}" ma:internalName="TaxCatchAll" ma:showField="CatchAllData" ma:web="53a5fe10-a807-4958-94b2-fbca6b9bd8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4256318B-EF32-4952-9C91-3C4D9C0DBA17}">
  <ds:schemaRefs>
    <ds:schemaRef ds:uri="http://schemas.microsoft.com/office/2006/metadata/properties"/>
    <ds:schemaRef ds:uri="http://schemas.microsoft.com/office/infopath/2007/PartnerControls"/>
    <ds:schemaRef ds:uri="a7a81a14-e53c-4378-977d-bb6655ca9866"/>
    <ds:schemaRef ds:uri="53a5fe10-a807-4958-94b2-fbca6b9bd826"/>
  </ds:schemaRefs>
</ds:datastoreItem>
</file>

<file path=customXml/itemProps2.xml><?xml version="1.0" encoding="utf-8"?>
<ds:datastoreItem xmlns:ds="http://schemas.openxmlformats.org/officeDocument/2006/customXml" ds:itemID="{2422A442-C4BE-46A7-A46B-7135EC8BF6B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932BF228-6BCF-4967-8E66-7B30D5129FA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7a81a14-e53c-4378-977d-bb6655ca9866"/>
    <ds:schemaRef ds:uri="53a5fe10-a807-4958-94b2-fbca6b9bd8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2639</Words>
  <Application>Microsoft Office PowerPoint</Application>
  <PresentationFormat>Widescreen</PresentationFormat>
  <Paragraphs>666</Paragraphs>
  <Slides>17</Slides>
  <Notes>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17</vt:i4>
      </vt:variant>
    </vt:vector>
  </HeadingPairs>
  <TitlesOfParts>
    <vt:vector size="18" baseType="lpstr">
      <vt:lpstr>Tema do Office</vt:lpstr>
      <vt:lpstr>FRUTIFICAR AMAZÔNIA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Sara Raira Leal Pereira</cp:lastModifiedBy>
  <cp:revision>1675</cp:revision>
  <dcterms:created xsi:type="dcterms:W3CDTF">2026-05-21T19:25:20Z</dcterms:created>
  <dcterms:modified xsi:type="dcterms:W3CDTF">2026-06-12T12:41:45Z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0x010100B48D59E156263C4A98A45E931DBD4EDD</vt:lpwstr>
  </property>
  <property fmtid="{D5CDD505-2E9C-101B-9397-08002B2CF9AE}" pid="3" name="MediaServiceImageTags">
    <vt:lpwstr/>
  </property>
</Properties>
</file>